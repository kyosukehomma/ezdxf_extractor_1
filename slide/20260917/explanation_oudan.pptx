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5B"/>
    <a:srgbClr val="01A173"/>
    <a:srgbClr val="E8F7F1"/>
    <a:srgbClr val="017D5A"/>
    <a:srgbClr val="EDF3F0"/>
    <a:srgbClr val="EBF5F1"/>
    <a:srgbClr val="CBD3D3"/>
    <a:srgbClr val="D2E4D9"/>
    <a:srgbClr val="CBEDDF"/>
    <a:srgbClr val="DA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242" d="100"/>
          <a:sy n="242" d="100"/>
        </p:scale>
        <p:origin x="51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7BC8-3F61-F766-743A-931F11E7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D767B-1095-2BC5-1926-4F524F6C4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A006F-A656-2CCB-F06E-68F1F834F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5250-3985-6DD6-B64C-446D45FDDA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009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FD8A410-B983-370B-63A8-490731A1D9E8}"/>
              </a:ext>
            </a:extLst>
          </p:cNvPr>
          <p:cNvSpPr>
            <a:spLocks noGrp="1"/>
          </p:cNvSpPr>
          <p:nvPr/>
        </p:nvSpPr>
        <p:spPr>
          <a:xfrm>
            <a:off x="6096000" y="990600"/>
            <a:ext cx="6096000" cy="3712132"/>
          </a:xfrm>
          <a:prstGeom prst="rect">
            <a:avLst/>
          </a:prstGeom>
          <a:solidFill>
            <a:srgbClr val="EDF3F0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656B2AF-705E-FD46-5B31-686AB78CF82B}"/>
              </a:ext>
            </a:extLst>
          </p:cNvPr>
          <p:cNvSpPr>
            <a:spLocks noGrp="1"/>
          </p:cNvSpPr>
          <p:nvPr/>
        </p:nvSpPr>
        <p:spPr>
          <a:xfrm>
            <a:off x="0" y="4702732"/>
            <a:ext cx="12192000" cy="2155267"/>
          </a:xfrm>
          <a:prstGeom prst="rect">
            <a:avLst/>
          </a:prstGeom>
          <a:solidFill>
            <a:srgbClr val="CBD3D3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A6BB5C3-A922-8A6B-618A-D5033F041E21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6096000" cy="3712132"/>
          </a:xfrm>
          <a:prstGeom prst="rect">
            <a:avLst/>
          </a:prstGeom>
          <a:solidFill>
            <a:srgbClr val="E8F7F1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661BAF7-96C0-A7A9-3C61-4989049B27CB}"/>
              </a:ext>
            </a:extLst>
          </p:cNvPr>
          <p:cNvSpPr txBox="1"/>
          <p:nvPr/>
        </p:nvSpPr>
        <p:spPr>
          <a:xfrm>
            <a:off x="504823" y="1738321"/>
            <a:ext cx="388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DXF</a:t>
            </a:r>
            <a:r>
              <a:rPr lang="ja-JP" altLang="en-US" sz="24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横断図 赤黄チェッカー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7E79E65-1E14-EB2E-C912-77EF878F1434}"/>
              </a:ext>
            </a:extLst>
          </p:cNvPr>
          <p:cNvSpPr txBox="1"/>
          <p:nvPr/>
        </p:nvSpPr>
        <p:spPr>
          <a:xfrm>
            <a:off x="504823" y="2261541"/>
            <a:ext cx="2839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oudan_red_yellow_checker</a:t>
            </a:r>
            <a:endParaRPr lang="ja-JP" altLang="en-US" sz="160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4A383EE-1AC0-E351-0041-5E39515443DC}"/>
              </a:ext>
            </a:extLst>
          </p:cNvPr>
          <p:cNvSpPr txBox="1"/>
          <p:nvPr/>
        </p:nvSpPr>
        <p:spPr>
          <a:xfrm>
            <a:off x="504822" y="2861616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2026/09/17</a:t>
            </a:r>
            <a:endParaRPr lang="ja-JP" altLang="en-US" sz="160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5106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9B4C-1C66-9BD0-1FAE-09B4B3AC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11FF023-C9E0-AA1C-F706-D088DA9B94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FAB8206-F424-0B71-6725-290560B3DA35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25B0C93-E69E-C8D3-3F42-6D49DA69BF69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01  OVERVIEW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B07CC086-D1C5-EC16-EF3E-ABE5B08CBECC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DXF横断図の土工数量を、確認用Excelへ安全に引き継ぐ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B38394A7-D8FC-2BD1-6DE3-E343FF337CF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対象：DXF横断図</a:t>
            </a:r>
            <a:r>
              <a:rPr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825" b="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赤黄チェッカ</a:t>
            </a:r>
            <a:r>
              <a:rPr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ー｜</a:t>
            </a:r>
            <a:r>
              <a:rPr sz="825" b="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編集可能な図形で処理の全体像を説明</a:t>
            </a:r>
            <a:endParaRPr sz="82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5D5C7C2-B445-192B-C90A-135CB4BF8A9B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BDDEA9-CFCD-C2EA-0E31-8B2CCBBDEFC6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DXF横断図 赤黄チェッカー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C5E4A20-2A8E-6A19-4C66-1783155AC235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4619625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土工表と中心測点を見つけ、</a:t>
            </a:r>
          </a:p>
          <a:p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数量を帳票へ転記する支援ツール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C6AC48-C077-1A19-7E2F-68FAAC134880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4667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推測で埋めない。判定できるデータだけを出力し、</a:t>
            </a:r>
          </a:p>
          <a:p>
            <a:pPr algn="l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最終確認はCAD図面評価者が行います。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DC15EB-12D9-F2E8-8754-759BBFBE06D1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3886200" cy="182880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221652C-B1C8-719F-7223-70ADF5F98918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DXF 横断図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1C1BF0D4-CB77-4FEB-E34C-07EA6D1B246F}"/>
              </a:ext>
            </a:extLst>
          </p:cNvPr>
          <p:cNvSpPr>
            <a:spLocks noGrp="1"/>
          </p:cNvSpPr>
          <p:nvPr/>
        </p:nvSpPr>
        <p:spPr>
          <a:xfrm flipV="1">
            <a:off x="876300" y="4724400"/>
            <a:ext cx="742950" cy="4191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322D69B5-AA81-567B-C73A-CCBFC03A0E23}"/>
              </a:ext>
            </a:extLst>
          </p:cNvPr>
          <p:cNvSpPr>
            <a:spLocks noGrp="1"/>
          </p:cNvSpPr>
          <p:nvPr/>
        </p:nvSpPr>
        <p:spPr>
          <a:xfrm>
            <a:off x="1619250" y="4724400"/>
            <a:ext cx="762000" cy="6096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D8738FB8-6767-EBC0-664C-46B0B253B3A6}"/>
              </a:ext>
            </a:extLst>
          </p:cNvPr>
          <p:cNvSpPr>
            <a:spLocks noGrp="1"/>
          </p:cNvSpPr>
          <p:nvPr/>
        </p:nvSpPr>
        <p:spPr>
          <a:xfrm flipV="1">
            <a:off x="2381250" y="4705350"/>
            <a:ext cx="80010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DD7B7377-CB52-2164-FCFC-2539642DB3D7}"/>
              </a:ext>
            </a:extLst>
          </p:cNvPr>
          <p:cNvSpPr>
            <a:spLocks noGrp="1"/>
          </p:cNvSpPr>
          <p:nvPr/>
        </p:nvSpPr>
        <p:spPr>
          <a:xfrm>
            <a:off x="3181350" y="4705350"/>
            <a:ext cx="104775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7BABF9A2-9FED-7C47-FB7B-9C5EC6AF85C7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3886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C18636A0-0300-84DE-63EE-B1C82693121D}"/>
              </a:ext>
            </a:extLst>
          </p:cNvPr>
          <p:cNvSpPr>
            <a:spLocks noGrp="1"/>
          </p:cNvSpPr>
          <p:nvPr/>
        </p:nvSpPr>
        <p:spPr>
          <a:xfrm>
            <a:off x="2381250" y="4248150"/>
            <a:ext cx="0" cy="1257300"/>
          </a:xfrm>
          <a:prstGeom prst="line">
            <a:avLst/>
          </a:prstGeom>
          <a:solidFill>
            <a:srgbClr val="000000">
              <a:alpha val="0"/>
            </a:srgbClr>
          </a:solidFill>
          <a:ln w="23813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6B0D652-48F0-E6D5-D11B-EDF278777A08}"/>
              </a:ext>
            </a:extLst>
          </p:cNvPr>
          <p:cNvSpPr>
            <a:spLocks noGrp="1"/>
          </p:cNvSpPr>
          <p:nvPr/>
        </p:nvSpPr>
        <p:spPr>
          <a:xfrm>
            <a:off x="2219325" y="42481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CL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D871159-A9E7-1DF5-781C-5EC58EFAA4EC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257300" cy="2667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3856758-2F54-0594-5064-47C029A2A6AE}"/>
              </a:ext>
            </a:extLst>
          </p:cNvPr>
          <p:cNvSpPr>
            <a:spLocks noGrp="1"/>
          </p:cNvSpPr>
          <p:nvPr/>
        </p:nvSpPr>
        <p:spPr>
          <a:xfrm>
            <a:off x="1162050" y="435292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NO.123+10.5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B6D7914-8909-77C5-528D-4BE123F20167}"/>
              </a:ext>
            </a:extLst>
          </p:cNvPr>
          <p:cNvSpPr>
            <a:spLocks noGrp="1"/>
          </p:cNvSpPr>
          <p:nvPr/>
        </p:nvSpPr>
        <p:spPr>
          <a:xfrm>
            <a:off x="5219700" y="4267200"/>
            <a:ext cx="781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65DE6E-9222-144F-6931-B3C3D9BE234E}"/>
              </a:ext>
            </a:extLst>
          </p:cNvPr>
          <p:cNvSpPr>
            <a:spLocks noGrp="1"/>
          </p:cNvSpPr>
          <p:nvPr/>
        </p:nvSpPr>
        <p:spPr>
          <a:xfrm>
            <a:off x="5095875" y="47625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抽出・対応付け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FF0D04E-0A31-8371-8E45-2B4C646AB49F}"/>
              </a:ext>
            </a:extLst>
          </p:cNvPr>
          <p:cNvSpPr>
            <a:spLocks noGrp="1"/>
          </p:cNvSpPr>
          <p:nvPr/>
        </p:nvSpPr>
        <p:spPr>
          <a:xfrm>
            <a:off x="6419850" y="1657350"/>
            <a:ext cx="4762500" cy="4000500"/>
          </a:xfrm>
          <a:prstGeom prst="rect">
            <a:avLst/>
          </a:prstGeom>
          <a:solidFill>
            <a:srgbClr val="FFFFFF"/>
          </a:solidFill>
          <a:ln w="14288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5DD5327-7A82-2377-57ED-B4350F2E1F18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確認用 Excel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6B0A843-356C-691E-EFB9-41E0B86A7EAA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191000" cy="28575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47A050C-028E-660E-9931-3195784BBD43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191000" cy="408214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F19CBFEF-98E8-3C2E-7862-C5E2CCF28890}"/>
              </a:ext>
            </a:extLst>
          </p:cNvPr>
          <p:cNvSpPr>
            <a:spLocks noGrp="1"/>
          </p:cNvSpPr>
          <p:nvPr/>
        </p:nvSpPr>
        <p:spPr>
          <a:xfrm>
            <a:off x="6705600" y="2732314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46A76B7E-D798-9069-F3EE-C5878EC77728}"/>
              </a:ext>
            </a:extLst>
          </p:cNvPr>
          <p:cNvSpPr>
            <a:spLocks noGrp="1"/>
          </p:cNvSpPr>
          <p:nvPr/>
        </p:nvSpPr>
        <p:spPr>
          <a:xfrm>
            <a:off x="6705600" y="3140529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11882BC9-7316-58B4-0ECD-04DC04512FBE}"/>
              </a:ext>
            </a:extLst>
          </p:cNvPr>
          <p:cNvSpPr>
            <a:spLocks noGrp="1"/>
          </p:cNvSpPr>
          <p:nvPr/>
        </p:nvSpPr>
        <p:spPr>
          <a:xfrm>
            <a:off x="6705600" y="3548743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BECAB99B-52FF-9EEE-3B57-1A5FA290746D}"/>
              </a:ext>
            </a:extLst>
          </p:cNvPr>
          <p:cNvSpPr>
            <a:spLocks noGrp="1"/>
          </p:cNvSpPr>
          <p:nvPr/>
        </p:nvSpPr>
        <p:spPr>
          <a:xfrm>
            <a:off x="6705600" y="3956957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17055360-F97E-3C3A-E29B-3A97F96029FB}"/>
              </a:ext>
            </a:extLst>
          </p:cNvPr>
          <p:cNvSpPr>
            <a:spLocks noGrp="1"/>
          </p:cNvSpPr>
          <p:nvPr/>
        </p:nvSpPr>
        <p:spPr>
          <a:xfrm>
            <a:off x="6705600" y="4365171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直線コネクタ 31">
            <a:extLst>
              <a:ext uri="{FF2B5EF4-FFF2-40B4-BE49-F238E27FC236}">
                <a16:creationId xmlns:a16="http://schemas.microsoft.com/office/drawing/2014/main" id="{CC5E56F6-4A8F-579A-3C6B-8A19B2BAAB41}"/>
              </a:ext>
            </a:extLst>
          </p:cNvPr>
          <p:cNvSpPr>
            <a:spLocks noGrp="1"/>
          </p:cNvSpPr>
          <p:nvPr/>
        </p:nvSpPr>
        <p:spPr>
          <a:xfrm>
            <a:off x="6705600" y="4773386"/>
            <a:ext cx="4191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9788E9BD-32AD-3D6A-ABD5-9DDDB8D19184}"/>
              </a:ext>
            </a:extLst>
          </p:cNvPr>
          <p:cNvSpPr>
            <a:spLocks noGrp="1"/>
          </p:cNvSpPr>
          <p:nvPr/>
        </p:nvSpPr>
        <p:spPr>
          <a:xfrm>
            <a:off x="7404100" y="23241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27F2F350-7562-09D4-64D7-439D88AAD6D0}"/>
              </a:ext>
            </a:extLst>
          </p:cNvPr>
          <p:cNvSpPr>
            <a:spLocks noGrp="1"/>
          </p:cNvSpPr>
          <p:nvPr/>
        </p:nvSpPr>
        <p:spPr>
          <a:xfrm>
            <a:off x="8102600" y="23241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52174942-867E-4BE9-9067-616AED2ECC59}"/>
              </a:ext>
            </a:extLst>
          </p:cNvPr>
          <p:cNvSpPr>
            <a:spLocks noGrp="1"/>
          </p:cNvSpPr>
          <p:nvPr/>
        </p:nvSpPr>
        <p:spPr>
          <a:xfrm>
            <a:off x="8801100" y="23241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8B06CBD7-41AB-3705-6731-DCD454C4681A}"/>
              </a:ext>
            </a:extLst>
          </p:cNvPr>
          <p:cNvSpPr>
            <a:spLocks noGrp="1"/>
          </p:cNvSpPr>
          <p:nvPr/>
        </p:nvSpPr>
        <p:spPr>
          <a:xfrm>
            <a:off x="9499600" y="23241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348FFE46-C5CA-A4D8-7912-8C4001EC88F8}"/>
              </a:ext>
            </a:extLst>
          </p:cNvPr>
          <p:cNvSpPr>
            <a:spLocks noGrp="1"/>
          </p:cNvSpPr>
          <p:nvPr/>
        </p:nvSpPr>
        <p:spPr>
          <a:xfrm>
            <a:off x="10198100" y="23241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ADD39AC-7EF6-109A-78BB-003BF2D2FF33}"/>
              </a:ext>
            </a:extLst>
          </p:cNvPr>
          <p:cNvSpPr>
            <a:spLocks noGrp="1"/>
          </p:cNvSpPr>
          <p:nvPr/>
        </p:nvSpPr>
        <p:spPr>
          <a:xfrm>
            <a:off x="6705600" y="2732314"/>
            <a:ext cx="698500" cy="2449286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0525FA7-54C1-BCAF-27E5-3D77FEB96200}"/>
              </a:ext>
            </a:extLst>
          </p:cNvPr>
          <p:cNvSpPr>
            <a:spLocks noGrp="1"/>
          </p:cNvSpPr>
          <p:nvPr/>
        </p:nvSpPr>
        <p:spPr>
          <a:xfrm>
            <a:off x="67056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DED08ED-38B7-A0C0-C5BF-8487F01DD1ED}"/>
              </a:ext>
            </a:extLst>
          </p:cNvPr>
          <p:cNvSpPr>
            <a:spLocks noGrp="1"/>
          </p:cNvSpPr>
          <p:nvPr/>
        </p:nvSpPr>
        <p:spPr>
          <a:xfrm>
            <a:off x="74041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E1AA779-2D50-B107-EAAD-ADEAA75E1732}"/>
              </a:ext>
            </a:extLst>
          </p:cNvPr>
          <p:cNvSpPr>
            <a:spLocks noGrp="1"/>
          </p:cNvSpPr>
          <p:nvPr/>
        </p:nvSpPr>
        <p:spPr>
          <a:xfrm>
            <a:off x="81026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EB8149E-E6D6-211F-D12A-5666D76F1E0A}"/>
              </a:ext>
            </a:extLst>
          </p:cNvPr>
          <p:cNvSpPr>
            <a:spLocks noGrp="1"/>
          </p:cNvSpPr>
          <p:nvPr/>
        </p:nvSpPr>
        <p:spPr>
          <a:xfrm>
            <a:off x="88011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路床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70D60DF-2D6B-E1C1-B187-B81C45BCFA9E}"/>
              </a:ext>
            </a:extLst>
          </p:cNvPr>
          <p:cNvSpPr>
            <a:spLocks noGrp="1"/>
          </p:cNvSpPr>
          <p:nvPr/>
        </p:nvSpPr>
        <p:spPr>
          <a:xfrm>
            <a:off x="94996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法面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528E968-86BE-55AE-E47E-0EBD7C8E520A}"/>
              </a:ext>
            </a:extLst>
          </p:cNvPr>
          <p:cNvSpPr>
            <a:spLocks noGrp="1"/>
          </p:cNvSpPr>
          <p:nvPr/>
        </p:nvSpPr>
        <p:spPr>
          <a:xfrm>
            <a:off x="10198100" y="2371725"/>
            <a:ext cx="69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作業土工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FA2D88F-56DF-16DB-C663-91891F736417}"/>
              </a:ext>
            </a:extLst>
          </p:cNvPr>
          <p:cNvSpPr>
            <a:spLocks noGrp="1"/>
          </p:cNvSpPr>
          <p:nvPr/>
        </p:nvSpPr>
        <p:spPr>
          <a:xfrm>
            <a:off x="6781800" y="28003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7303EF-7DB0-84F8-303E-D5AFAAAD8609}"/>
              </a:ext>
            </a:extLst>
          </p:cNvPr>
          <p:cNvSpPr>
            <a:spLocks noGrp="1"/>
          </p:cNvSpPr>
          <p:nvPr/>
        </p:nvSpPr>
        <p:spPr>
          <a:xfrm>
            <a:off x="6781800" y="3209925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D385D11-7056-0892-33B2-581FF679A76A}"/>
              </a:ext>
            </a:extLst>
          </p:cNvPr>
          <p:cNvSpPr>
            <a:spLocks noGrp="1"/>
          </p:cNvSpPr>
          <p:nvPr/>
        </p:nvSpPr>
        <p:spPr>
          <a:xfrm>
            <a:off x="6781800" y="36195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NO.125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5D31CBA-3060-164D-8172-453975E33C97}"/>
              </a:ext>
            </a:extLst>
          </p:cNvPr>
          <p:cNvSpPr>
            <a:spLocks noGrp="1"/>
          </p:cNvSpPr>
          <p:nvPr/>
        </p:nvSpPr>
        <p:spPr>
          <a:xfrm>
            <a:off x="9372600" y="5314950"/>
            <a:ext cx="1524000" cy="2667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57A2558-8EE4-4940-E5C2-28408EE323C9}"/>
              </a:ext>
            </a:extLst>
          </p:cNvPr>
          <p:cNvSpPr>
            <a:spLocks noGrp="1"/>
          </p:cNvSpPr>
          <p:nvPr/>
        </p:nvSpPr>
        <p:spPr>
          <a:xfrm>
            <a:off x="9467850" y="536257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編集可能なPPTX</a:t>
            </a:r>
          </a:p>
        </p:txBody>
      </p:sp>
      <p:sp>
        <p:nvSpPr>
          <p:cNvPr id="52" name="shape-3">
            <a:extLst>
              <a:ext uri="{FF2B5EF4-FFF2-40B4-BE49-F238E27FC236}">
                <a16:creationId xmlns:a16="http://schemas.microsoft.com/office/drawing/2014/main" id="{FF4C7B74-C898-C164-EBF3-2ECA9C9B04BD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838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DC00B27-912B-4552-9100-B5218F3E00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A765961-57DA-42D4-867E-D1A8BFD6F93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A0C3C0F-E34F-4E8F-9F55-F59B80FCA549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02  ROLE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F4FBA099-B414-421C-8609-629945877A83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自動化するのは転記支援。図面の最終評価は人が担う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CCCD9B94-A6B8-4705-9277-8478440FB247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出力結果は確認材料。処理完了は、図面内容の正しさを保証する意味ではありません。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23352F0C-8293-4DB7-A583-E8933D0A53A0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19821F8-D0B3-41B7-8FF4-3E3F8516F2E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5219700" cy="4171950"/>
          </a:xfrm>
          <a:prstGeom prst="rect">
            <a:avLst/>
          </a:prstGeom>
          <a:solidFill>
            <a:srgbClr val="E8F7F1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668E61F-0A07-4C89-86C6-BC7B1415F428}"/>
              </a:ext>
            </a:extLst>
          </p:cNvPr>
          <p:cNvSpPr>
            <a:spLocks noGrp="1"/>
          </p:cNvSpPr>
          <p:nvPr/>
        </p:nvSpPr>
        <p:spPr>
          <a:xfrm>
            <a:off x="6419850" y="1504950"/>
            <a:ext cx="5219700" cy="417195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4BF05CB-F389-45B6-82CD-DD42DD48017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57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ツールが担うこと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4037BDB-F2B6-4BFC-AC17-66AB7EAB596E}"/>
              </a:ext>
            </a:extLst>
          </p:cNvPr>
          <p:cNvSpPr>
            <a:spLocks noGrp="1"/>
          </p:cNvSpPr>
          <p:nvPr/>
        </p:nvSpPr>
        <p:spPr>
          <a:xfrm>
            <a:off x="6705600" y="1752600"/>
            <a:ext cx="457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評価者が担うこと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80114F4-CA3B-422F-A6B9-FD2E3CAD9D4B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116205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292AA7FD-08D2-44B6-9C7B-9E3209F1299C}"/>
              </a:ext>
            </a:extLst>
          </p:cNvPr>
          <p:cNvSpPr>
            <a:spLocks noGrp="1"/>
          </p:cNvSpPr>
          <p:nvPr/>
        </p:nvSpPr>
        <p:spPr>
          <a:xfrm>
            <a:off x="1362075" y="3276600"/>
            <a:ext cx="72390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DD78E7BC-1D6A-4857-AAF0-B706984AF8C0}"/>
              </a:ext>
            </a:extLst>
          </p:cNvPr>
          <p:cNvSpPr>
            <a:spLocks noGrp="1"/>
          </p:cNvSpPr>
          <p:nvPr/>
        </p:nvSpPr>
        <p:spPr>
          <a:xfrm>
            <a:off x="1724025" y="3124200"/>
            <a:ext cx="0" cy="15240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D826143-DBD4-4C79-BCE0-29730B267833}"/>
              </a:ext>
            </a:extLst>
          </p:cNvPr>
          <p:cNvSpPr>
            <a:spLocks noGrp="1"/>
          </p:cNvSpPr>
          <p:nvPr/>
        </p:nvSpPr>
        <p:spPr>
          <a:xfrm>
            <a:off x="2571750" y="25717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自動処理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B64C4C5-0320-4E64-BB75-37ECE3B6403E}"/>
              </a:ext>
            </a:extLst>
          </p:cNvPr>
          <p:cNvSpPr>
            <a:spLocks noGrp="1"/>
          </p:cNvSpPr>
          <p:nvPr/>
        </p:nvSpPr>
        <p:spPr>
          <a:xfrm>
            <a:off x="1085850" y="365760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5BC4EA0-45A4-4DDC-B37E-828AB95820E9}"/>
              </a:ext>
            </a:extLst>
          </p:cNvPr>
          <p:cNvSpPr>
            <a:spLocks noGrp="1"/>
          </p:cNvSpPr>
          <p:nvPr/>
        </p:nvSpPr>
        <p:spPr>
          <a:xfrm>
            <a:off x="1085850" y="36195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FF0F335-2933-4D50-B739-CF5388E00FFD}"/>
              </a:ext>
            </a:extLst>
          </p:cNvPr>
          <p:cNvSpPr>
            <a:spLocks noGrp="1"/>
          </p:cNvSpPr>
          <p:nvPr/>
        </p:nvSpPr>
        <p:spPr>
          <a:xfrm>
            <a:off x="1333500" y="36385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土工表を検出する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4E49B9-6B52-43BD-8472-E63C792B4C43}"/>
              </a:ext>
            </a:extLst>
          </p:cNvPr>
          <p:cNvSpPr>
            <a:spLocks noGrp="1"/>
          </p:cNvSpPr>
          <p:nvPr/>
        </p:nvSpPr>
        <p:spPr>
          <a:xfrm>
            <a:off x="1085850" y="4086225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577F22A-D600-4667-92AC-53175D79AAEC}"/>
              </a:ext>
            </a:extLst>
          </p:cNvPr>
          <p:cNvSpPr>
            <a:spLocks noGrp="1"/>
          </p:cNvSpPr>
          <p:nvPr/>
        </p:nvSpPr>
        <p:spPr>
          <a:xfrm>
            <a:off x="1085850" y="4048125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F6AD2DD-EFC4-48D4-A6DB-46ACDB3A374D}"/>
              </a:ext>
            </a:extLst>
          </p:cNvPr>
          <p:cNvSpPr>
            <a:spLocks noGrp="1"/>
          </p:cNvSpPr>
          <p:nvPr/>
        </p:nvSpPr>
        <p:spPr>
          <a:xfrm>
            <a:off x="1333500" y="4067175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中心測点と対応付ける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15F2D88-7538-4E77-AA53-E257C2037D17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751DDE7-A791-4565-BE95-AD90DF85BBD9}"/>
              </a:ext>
            </a:extLst>
          </p:cNvPr>
          <p:cNvSpPr>
            <a:spLocks noGrp="1"/>
          </p:cNvSpPr>
          <p:nvPr/>
        </p:nvSpPr>
        <p:spPr>
          <a:xfrm>
            <a:off x="1085850" y="44767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FC1D96C-CD4A-4B21-B1A3-67BB6E7D6A6F}"/>
              </a:ext>
            </a:extLst>
          </p:cNvPr>
          <p:cNvSpPr>
            <a:spLocks noGrp="1"/>
          </p:cNvSpPr>
          <p:nvPr/>
        </p:nvSpPr>
        <p:spPr>
          <a:xfrm>
            <a:off x="1333500" y="44958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Excelへ転記・整形する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A1EF0A8B-D147-4E6D-839C-71C4C09978DF}"/>
              </a:ext>
            </a:extLst>
          </p:cNvPr>
          <p:cNvSpPr>
            <a:spLocks noGrp="1"/>
          </p:cNvSpPr>
          <p:nvPr/>
        </p:nvSpPr>
        <p:spPr>
          <a:xfrm>
            <a:off x="7124700" y="2305050"/>
            <a:ext cx="704850" cy="6619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2A8BFC3D-5BF8-44CD-A16E-D43AD904534B}"/>
              </a:ext>
            </a:extLst>
          </p:cNvPr>
          <p:cNvSpPr>
            <a:spLocks noGrp="1"/>
          </p:cNvSpPr>
          <p:nvPr/>
        </p:nvSpPr>
        <p:spPr>
          <a:xfrm flipV="1">
            <a:off x="7143750" y="2905125"/>
            <a:ext cx="114300" cy="33337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BC454EB6-2460-4E8E-8937-D23E280FC4BC}"/>
              </a:ext>
            </a:extLst>
          </p:cNvPr>
          <p:cNvSpPr>
            <a:spLocks noGrp="1"/>
          </p:cNvSpPr>
          <p:nvPr/>
        </p:nvSpPr>
        <p:spPr>
          <a:xfrm>
            <a:off x="7696200" y="2905125"/>
            <a:ext cx="114300" cy="33337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7C307475-12C3-43E6-86E0-3EE0EE57EF0D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6667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AFE06CE-7274-498B-B0A7-20BFE0C91063}"/>
              </a:ext>
            </a:extLst>
          </p:cNvPr>
          <p:cNvSpPr>
            <a:spLocks noGrp="1"/>
          </p:cNvSpPr>
          <p:nvPr/>
        </p:nvSpPr>
        <p:spPr>
          <a:xfrm>
            <a:off x="8172450" y="25717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最終判断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73E837C-9AAE-46EA-94E6-2338EFE35EB2}"/>
              </a:ext>
            </a:extLst>
          </p:cNvPr>
          <p:cNvSpPr>
            <a:spLocks noGrp="1"/>
          </p:cNvSpPr>
          <p:nvPr/>
        </p:nvSpPr>
        <p:spPr>
          <a:xfrm>
            <a:off x="6953250" y="365760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EE674AF-AF70-4B9C-9FA0-F3257D9F0870}"/>
              </a:ext>
            </a:extLst>
          </p:cNvPr>
          <p:cNvSpPr>
            <a:spLocks noGrp="1"/>
          </p:cNvSpPr>
          <p:nvPr/>
        </p:nvSpPr>
        <p:spPr>
          <a:xfrm>
            <a:off x="7200900" y="36385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抽出された内容を確認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7E39525-D2FF-4837-BCDD-E0DDD74A64A4}"/>
              </a:ext>
            </a:extLst>
          </p:cNvPr>
          <p:cNvSpPr>
            <a:spLocks noGrp="1"/>
          </p:cNvSpPr>
          <p:nvPr/>
        </p:nvSpPr>
        <p:spPr>
          <a:xfrm>
            <a:off x="6953250" y="4086225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6E0AB8E-E59F-4ED4-80EC-B53926E6F5B5}"/>
              </a:ext>
            </a:extLst>
          </p:cNvPr>
          <p:cNvSpPr>
            <a:spLocks noGrp="1"/>
          </p:cNvSpPr>
          <p:nvPr/>
        </p:nvSpPr>
        <p:spPr>
          <a:xfrm>
            <a:off x="7200900" y="4067175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図面との整合を評価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5AF778A-1D73-43C1-BBD2-7C09A1481A27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55DA2B0-85CF-44C7-A273-90446C803225}"/>
              </a:ext>
            </a:extLst>
          </p:cNvPr>
          <p:cNvSpPr>
            <a:spLocks noGrp="1"/>
          </p:cNvSpPr>
          <p:nvPr/>
        </p:nvSpPr>
        <p:spPr>
          <a:xfrm>
            <a:off x="7200900" y="44958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採否・修正を最終判断</a:t>
            </a:r>
          </a:p>
        </p:txBody>
      </p:sp>
      <p:sp>
        <p:nvSpPr>
          <p:cNvPr id="26" name="shape-3">
            <a:extLst>
              <a:ext uri="{FF2B5EF4-FFF2-40B4-BE49-F238E27FC236}">
                <a16:creationId xmlns:a16="http://schemas.microsoft.com/office/drawing/2014/main" id="{7F63B8F9-9321-CDB8-0E20-4A2AB297BA4F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037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0D3B3DE-8960-4A7E-B2D3-41C50D1F62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5634858-2C1F-4897-9044-0397F0B0FE0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ED60D34-7158-405A-B6CA-05385C92C790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03  AUTOMATION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6F8E708E-6032-458F-85F7-63BDE9206DBB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探す・結び付ける・転記するを自動化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7B773499-7DF9-4880-B129-D9CD87A4073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繰り返しの探索と転記を減らし、評価者が確認に集中できる状態をつくります。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784724B-F0FC-4264-9320-FE95D4A5C073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4135623-D5A4-4F59-A2A0-C34D0A28BAE4}"/>
              </a:ext>
            </a:extLst>
          </p:cNvPr>
          <p:cNvSpPr>
            <a:spLocks noGrp="1"/>
          </p:cNvSpPr>
          <p:nvPr/>
        </p:nvSpPr>
        <p:spPr>
          <a:xfrm>
            <a:off x="1885950" y="156210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9D1472-3971-473E-8F02-5BA0EAD50ED2}"/>
              </a:ext>
            </a:extLst>
          </p:cNvPr>
          <p:cNvSpPr>
            <a:spLocks noGrp="1"/>
          </p:cNvSpPr>
          <p:nvPr/>
        </p:nvSpPr>
        <p:spPr>
          <a:xfrm>
            <a:off x="1885950" y="157162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BFF30D-FFF8-4F56-B369-5BC65007B6B6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686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土工表を探す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90B6DE-26B8-4931-84CC-F7B4BF6DCA9D}"/>
              </a:ext>
            </a:extLst>
          </p:cNvPr>
          <p:cNvSpPr>
            <a:spLocks noGrp="1"/>
          </p:cNvSpPr>
          <p:nvPr/>
        </p:nvSpPr>
        <p:spPr>
          <a:xfrm>
            <a:off x="1504950" y="2686050"/>
            <a:ext cx="10477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6C0CE416-9B55-4A66-A14E-BC63E4AA8AA6}"/>
              </a:ext>
            </a:extLst>
          </p:cNvPr>
          <p:cNvSpPr>
            <a:spLocks noGrp="1"/>
          </p:cNvSpPr>
          <p:nvPr/>
        </p:nvSpPr>
        <p:spPr>
          <a:xfrm>
            <a:off x="1504950" y="2971800"/>
            <a:ext cx="10477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1F31CA6-81B7-489D-A7AE-461FC262AD2B}"/>
              </a:ext>
            </a:extLst>
          </p:cNvPr>
          <p:cNvSpPr>
            <a:spLocks noGrp="1"/>
          </p:cNvSpPr>
          <p:nvPr/>
        </p:nvSpPr>
        <p:spPr>
          <a:xfrm>
            <a:off x="1600200" y="27622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  数量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6404EF44-6B75-4EF1-90FC-D70BA73E11EA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0" cy="5524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839761BF-D2F4-4C94-B207-AEA16EC37C8D}"/>
              </a:ext>
            </a:extLst>
          </p:cNvPr>
          <p:cNvSpPr>
            <a:spLocks noGrp="1"/>
          </p:cNvSpPr>
          <p:nvPr/>
        </p:nvSpPr>
        <p:spPr>
          <a:xfrm>
            <a:off x="2219325" y="2971800"/>
            <a:ext cx="0" cy="5524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BDC2F0-E183-4D24-9598-E436F71BE1A6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2305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TEXTの見出し</a:t>
            </a:r>
          </a:p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LINEの罫線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82485E4-C927-4926-A3FE-E1758347173D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2038350" cy="19050"/>
          </a:xfrm>
          <a:prstGeom prst="rect">
            <a:avLst/>
          </a:prstGeom>
          <a:solidFill>
            <a:srgbClr val="D9DE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1556CB5-D69C-440F-BE41-437C8C273B62}"/>
              </a:ext>
            </a:extLst>
          </p:cNvPr>
          <p:cNvSpPr>
            <a:spLocks noGrp="1"/>
          </p:cNvSpPr>
          <p:nvPr/>
        </p:nvSpPr>
        <p:spPr>
          <a:xfrm>
            <a:off x="5429250" y="156210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F46071A-8AC5-4CDA-9A38-3E609D5411DE}"/>
              </a:ext>
            </a:extLst>
          </p:cNvPr>
          <p:cNvSpPr>
            <a:spLocks noGrp="1"/>
          </p:cNvSpPr>
          <p:nvPr/>
        </p:nvSpPr>
        <p:spPr>
          <a:xfrm>
            <a:off x="5429250" y="157162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F645D50-F5F2-427D-B821-DC27B25372D2}"/>
              </a:ext>
            </a:extLst>
          </p:cNvPr>
          <p:cNvSpPr>
            <a:spLocks noGrp="1"/>
          </p:cNvSpPr>
          <p:nvPr/>
        </p:nvSpPr>
        <p:spPr>
          <a:xfrm>
            <a:off x="4229100" y="2076450"/>
            <a:ext cx="2686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中心測点と結ぶ</a:t>
            </a:r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7B32C980-E268-4ED9-9A60-3DCA6C419C00}"/>
              </a:ext>
            </a:extLst>
          </p:cNvPr>
          <p:cNvSpPr>
            <a:spLocks noGrp="1"/>
          </p:cNvSpPr>
          <p:nvPr/>
        </p:nvSpPr>
        <p:spPr>
          <a:xfrm>
            <a:off x="4781550" y="3181350"/>
            <a:ext cx="15811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FF1B95E2-DAB1-4B54-AF3F-47F454822ED6}"/>
              </a:ext>
            </a:extLst>
          </p:cNvPr>
          <p:cNvSpPr>
            <a:spLocks noGrp="1"/>
          </p:cNvSpPr>
          <p:nvPr/>
        </p:nvSpPr>
        <p:spPr>
          <a:xfrm>
            <a:off x="5572125" y="2628900"/>
            <a:ext cx="0" cy="104775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2A631B1-6C68-417B-B102-82E2132B9CC0}"/>
              </a:ext>
            </a:extLst>
          </p:cNvPr>
          <p:cNvSpPr>
            <a:spLocks noGrp="1"/>
          </p:cNvSpPr>
          <p:nvPr/>
        </p:nvSpPr>
        <p:spPr>
          <a:xfrm>
            <a:off x="5457825" y="3057525"/>
            <a:ext cx="228600" cy="22860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C9811ED-66BD-48C2-9616-A9592000ABBB}"/>
              </a:ext>
            </a:extLst>
          </p:cNvPr>
          <p:cNvSpPr>
            <a:spLocks noGrp="1"/>
          </p:cNvSpPr>
          <p:nvPr/>
        </p:nvSpPr>
        <p:spPr>
          <a:xfrm>
            <a:off x="5419725" y="266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CL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D346E2C-11A8-47AD-B5E5-E818AC6E688E}"/>
              </a:ext>
            </a:extLst>
          </p:cNvPr>
          <p:cNvSpPr>
            <a:spLocks noGrp="1"/>
          </p:cNvSpPr>
          <p:nvPr/>
        </p:nvSpPr>
        <p:spPr>
          <a:xfrm>
            <a:off x="5200650" y="34480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5AE335-058B-4F02-BB73-8607532C3A32}"/>
              </a:ext>
            </a:extLst>
          </p:cNvPr>
          <p:cNvSpPr>
            <a:spLocks noGrp="1"/>
          </p:cNvSpPr>
          <p:nvPr/>
        </p:nvSpPr>
        <p:spPr>
          <a:xfrm>
            <a:off x="4419600" y="3924300"/>
            <a:ext cx="2305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CLまたは一意な</a:t>
            </a:r>
          </a:p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位置関係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FBC7E2C-16F3-4A8E-BEB0-BE24E279070E}"/>
              </a:ext>
            </a:extLst>
          </p:cNvPr>
          <p:cNvSpPr>
            <a:spLocks noGrp="1"/>
          </p:cNvSpPr>
          <p:nvPr/>
        </p:nvSpPr>
        <p:spPr>
          <a:xfrm>
            <a:off x="4552950" y="4762500"/>
            <a:ext cx="2038350" cy="19050"/>
          </a:xfrm>
          <a:prstGeom prst="rect">
            <a:avLst/>
          </a:prstGeom>
          <a:solidFill>
            <a:srgbClr val="D9DE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F02455B-3722-4009-A8B5-FD217B1418D0}"/>
              </a:ext>
            </a:extLst>
          </p:cNvPr>
          <p:cNvSpPr>
            <a:spLocks noGrp="1"/>
          </p:cNvSpPr>
          <p:nvPr/>
        </p:nvSpPr>
        <p:spPr>
          <a:xfrm>
            <a:off x="8972550" y="156210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40729B6-349E-43F1-8390-8108946556DF}"/>
              </a:ext>
            </a:extLst>
          </p:cNvPr>
          <p:cNvSpPr>
            <a:spLocks noGrp="1"/>
          </p:cNvSpPr>
          <p:nvPr/>
        </p:nvSpPr>
        <p:spPr>
          <a:xfrm>
            <a:off x="8972550" y="157162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7D6A5FC-A71E-4141-AC79-C052D274F9A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2686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Excelへ転記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40F3C06-3A4E-4BED-B7B8-C6EF1C700E8B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12954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CF5D653-B7C9-4983-82B6-DD81A3A52236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1295400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直線コネクタ 31">
            <a:extLst>
              <a:ext uri="{FF2B5EF4-FFF2-40B4-BE49-F238E27FC236}">
                <a16:creationId xmlns:a16="http://schemas.microsoft.com/office/drawing/2014/main" id="{416ACE28-4A2D-437C-9EF2-50799A2C690F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1295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F6BC4A9D-5FE7-49C2-AD68-0E68C744565E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1295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83F6DAEF-B727-4F51-A1F3-A9AC8DF00D1B}"/>
              </a:ext>
            </a:extLst>
          </p:cNvPr>
          <p:cNvSpPr>
            <a:spLocks noGrp="1"/>
          </p:cNvSpPr>
          <p:nvPr/>
        </p:nvSpPr>
        <p:spPr>
          <a:xfrm>
            <a:off x="8477250" y="3371850"/>
            <a:ext cx="12954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FEE702DB-FF6C-4A1A-9700-4A2B06BFEF13}"/>
              </a:ext>
            </a:extLst>
          </p:cNvPr>
          <p:cNvSpPr>
            <a:spLocks noGrp="1"/>
          </p:cNvSpPr>
          <p:nvPr/>
        </p:nvSpPr>
        <p:spPr>
          <a:xfrm>
            <a:off x="8801100" y="2686050"/>
            <a:ext cx="0" cy="914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61200DE5-76AD-480F-A594-91A733A63649}"/>
              </a:ext>
            </a:extLst>
          </p:cNvPr>
          <p:cNvSpPr>
            <a:spLocks noGrp="1"/>
          </p:cNvSpPr>
          <p:nvPr/>
        </p:nvSpPr>
        <p:spPr>
          <a:xfrm>
            <a:off x="9124950" y="2686050"/>
            <a:ext cx="0" cy="914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5090330E-E76D-458B-BE8C-E069E214CFCD}"/>
              </a:ext>
            </a:extLst>
          </p:cNvPr>
          <p:cNvSpPr>
            <a:spLocks noGrp="1"/>
          </p:cNvSpPr>
          <p:nvPr/>
        </p:nvSpPr>
        <p:spPr>
          <a:xfrm>
            <a:off x="9448800" y="2686050"/>
            <a:ext cx="0" cy="914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49CE229-8456-45B0-8F2D-CE6E2F8E515B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323850" cy="6858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7DFA095-2CAE-466D-84E1-E6BD15A727DB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729074B-40DC-4603-96ED-1219D0D4FBFD}"/>
              </a:ext>
            </a:extLst>
          </p:cNvPr>
          <p:cNvSpPr>
            <a:spLocks noGrp="1"/>
          </p:cNvSpPr>
          <p:nvPr/>
        </p:nvSpPr>
        <p:spPr>
          <a:xfrm>
            <a:off x="7962900" y="3924300"/>
            <a:ext cx="2305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帳票の行・式・</a:t>
            </a:r>
          </a:p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印刷範囲も調整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F35820A-3315-4079-9C7F-148C1C039806}"/>
              </a:ext>
            </a:extLst>
          </p:cNvPr>
          <p:cNvSpPr>
            <a:spLocks noGrp="1"/>
          </p:cNvSpPr>
          <p:nvPr/>
        </p:nvSpPr>
        <p:spPr>
          <a:xfrm>
            <a:off x="8096250" y="4762500"/>
            <a:ext cx="2038350" cy="19050"/>
          </a:xfrm>
          <a:prstGeom prst="rect">
            <a:avLst/>
          </a:prstGeom>
          <a:solidFill>
            <a:srgbClr val="01A1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36CD12C-D47A-4DF5-BFF0-8F94E59142CD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45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742E1A7-E8BD-4B3F-A417-7CC1A0839F42}"/>
              </a:ext>
            </a:extLst>
          </p:cNvPr>
          <p:cNvSpPr>
            <a:spLocks noGrp="1"/>
          </p:cNvSpPr>
          <p:nvPr/>
        </p:nvSpPr>
        <p:spPr>
          <a:xfrm>
            <a:off x="7181850" y="3028950"/>
            <a:ext cx="45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1FD433F-F1D7-4523-91C7-BD1213B71173}"/>
              </a:ext>
            </a:extLst>
          </p:cNvPr>
          <p:cNvSpPr>
            <a:spLocks noGrp="1"/>
          </p:cNvSpPr>
          <p:nvPr/>
        </p:nvSpPr>
        <p:spPr>
          <a:xfrm>
            <a:off x="4343400" y="5276850"/>
            <a:ext cx="3505200" cy="4000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C9429B4-B942-4495-BD4C-4B9A44E1315A}"/>
              </a:ext>
            </a:extLst>
          </p:cNvPr>
          <p:cNvSpPr>
            <a:spLocks noGrp="1"/>
          </p:cNvSpPr>
          <p:nvPr/>
        </p:nvSpPr>
        <p:spPr>
          <a:xfrm>
            <a:off x="4438650" y="5324475"/>
            <a:ext cx="3314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評価者は「確認」に集中</a:t>
            </a:r>
          </a:p>
        </p:txBody>
      </p:sp>
      <p:sp>
        <p:nvSpPr>
          <p:cNvPr id="48" name="shape-3">
            <a:extLst>
              <a:ext uri="{FF2B5EF4-FFF2-40B4-BE49-F238E27FC236}">
                <a16:creationId xmlns:a16="http://schemas.microsoft.com/office/drawing/2014/main" id="{8D8C64E1-2598-905D-3B8F-347C6D48F5C2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8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499123B-517D-47FA-8314-59667A618D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46C3BCF-329E-4918-8DC0-05E9F30FF4E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274E09A-1CF7-4489-BC74-129BC871A408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04  OPERATION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C7503489-7927-4BC2-89F6-8751BF227B31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日常操作は配置・実行・確認の3ステップ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4D8729A6-63DA-4C1D-801C-E7BCB71E61D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成功したDXFだけが used フォルダへ移動し、失敗したDXFは input に残ります。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E8AAEEB7-49AF-46A4-AB81-EFE1C7FDAAFF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E66D0F7-0166-4109-838F-D66CC486AA90}"/>
              </a:ext>
            </a:extLst>
          </p:cNvPr>
          <p:cNvSpPr>
            <a:spLocks noGrp="1"/>
          </p:cNvSpPr>
          <p:nvPr/>
        </p:nvSpPr>
        <p:spPr>
          <a:xfrm>
            <a:off x="1981200" y="16192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0C16273-5427-4495-968C-B4F819F64B9C}"/>
              </a:ext>
            </a:extLst>
          </p:cNvPr>
          <p:cNvSpPr>
            <a:spLocks noGrp="1"/>
          </p:cNvSpPr>
          <p:nvPr/>
        </p:nvSpPr>
        <p:spPr>
          <a:xfrm>
            <a:off x="1981200" y="16287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376B59-8B1C-4F17-A759-F771CF1B0B21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input に配置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07234DD-ED52-4EC3-B6C7-3D8B11CAF6BF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DXFファイル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FA29222-F72B-43D4-9EBB-1D6F9F7797E6}"/>
              </a:ext>
            </a:extLst>
          </p:cNvPr>
          <p:cNvSpPr>
            <a:spLocks noGrp="1"/>
          </p:cNvSpPr>
          <p:nvPr/>
        </p:nvSpPr>
        <p:spPr>
          <a:xfrm>
            <a:off x="5429250" y="16192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E38E5D-FA4B-4F7C-A65B-C555C4FD55A9}"/>
              </a:ext>
            </a:extLst>
          </p:cNvPr>
          <p:cNvSpPr>
            <a:spLocks noGrp="1"/>
          </p:cNvSpPr>
          <p:nvPr/>
        </p:nvSpPr>
        <p:spPr>
          <a:xfrm>
            <a:off x="5429250" y="16287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F2F1DB6-12CC-439C-900B-6227E0E383F0}"/>
              </a:ext>
            </a:extLst>
          </p:cNvPr>
          <p:cNvSpPr>
            <a:spLocks noGrp="1"/>
          </p:cNvSpPr>
          <p:nvPr/>
        </p:nvSpPr>
        <p:spPr>
          <a:xfrm>
            <a:off x="5238750" y="2247900"/>
            <a:ext cx="723900" cy="72390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6A9A728-0693-4F0F-A2DD-7A2C9DC20A3A}"/>
              </a:ext>
            </a:extLst>
          </p:cNvPr>
          <p:cNvSpPr>
            <a:spLocks noGrp="1"/>
          </p:cNvSpPr>
          <p:nvPr/>
        </p:nvSpPr>
        <p:spPr>
          <a:xfrm>
            <a:off x="5419725" y="2428875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▶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6029C84-FC8D-422C-B7FC-BCEF4AC1A49A}"/>
              </a:ext>
            </a:extLst>
          </p:cNvPr>
          <p:cNvSpPr>
            <a:spLocks noGrp="1"/>
          </p:cNvSpPr>
          <p:nvPr/>
        </p:nvSpPr>
        <p:spPr>
          <a:xfrm>
            <a:off x="4324350" y="32194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スクリプトを実行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97AFA97-BD57-4D23-95AC-BFDA03E4763A}"/>
              </a:ext>
            </a:extLst>
          </p:cNvPr>
          <p:cNvSpPr>
            <a:spLocks noGrp="1"/>
          </p:cNvSpPr>
          <p:nvPr/>
        </p:nvSpPr>
        <p:spPr>
          <a:xfrm>
            <a:off x="4324350" y="36385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確認ダイアログ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5A66A123-8B51-4BE1-B831-7478E16DF163}"/>
              </a:ext>
            </a:extLst>
          </p:cNvPr>
          <p:cNvSpPr>
            <a:spLocks noGrp="1"/>
          </p:cNvSpPr>
          <p:nvPr/>
        </p:nvSpPr>
        <p:spPr>
          <a:xfrm>
            <a:off x="8877300" y="16192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41B1344-41C5-4BC9-98B0-5812BF62CE0D}"/>
              </a:ext>
            </a:extLst>
          </p:cNvPr>
          <p:cNvSpPr>
            <a:spLocks noGrp="1"/>
          </p:cNvSpPr>
          <p:nvPr/>
        </p:nvSpPr>
        <p:spPr>
          <a:xfrm>
            <a:off x="8877300" y="16287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B905AFC-764A-4514-945F-304972A19D83}"/>
              </a:ext>
            </a:extLst>
          </p:cNvPr>
          <p:cNvSpPr>
            <a:spLocks noGrp="1"/>
          </p:cNvSpPr>
          <p:nvPr/>
        </p:nvSpPr>
        <p:spPr>
          <a:xfrm>
            <a:off x="9220200" y="2247900"/>
            <a:ext cx="78105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AC1767D-912E-4C7B-8716-6EAA87331FBC}"/>
              </a:ext>
            </a:extLst>
          </p:cNvPr>
          <p:cNvSpPr>
            <a:spLocks noGrp="1"/>
          </p:cNvSpPr>
          <p:nvPr/>
        </p:nvSpPr>
        <p:spPr>
          <a:xfrm>
            <a:off x="9220200" y="2247900"/>
            <a:ext cx="781050" cy="161925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480D5FDA-BADA-4FA1-8AF8-9F1CB05A0FF1}"/>
              </a:ext>
            </a:extLst>
          </p:cNvPr>
          <p:cNvSpPr>
            <a:spLocks noGrp="1"/>
          </p:cNvSpPr>
          <p:nvPr/>
        </p:nvSpPr>
        <p:spPr>
          <a:xfrm>
            <a:off x="9220200" y="2409825"/>
            <a:ext cx="7810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直線コネクタ 25">
            <a:extLst>
              <a:ext uri="{FF2B5EF4-FFF2-40B4-BE49-F238E27FC236}">
                <a16:creationId xmlns:a16="http://schemas.microsoft.com/office/drawing/2014/main" id="{D9974A05-120F-4783-8A65-83E6AEE4ED30}"/>
              </a:ext>
            </a:extLst>
          </p:cNvPr>
          <p:cNvSpPr>
            <a:spLocks noGrp="1"/>
          </p:cNvSpPr>
          <p:nvPr/>
        </p:nvSpPr>
        <p:spPr>
          <a:xfrm>
            <a:off x="9220200" y="2571750"/>
            <a:ext cx="7810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FB37D879-8DD4-424D-873E-DAAE37E96FCD}"/>
              </a:ext>
            </a:extLst>
          </p:cNvPr>
          <p:cNvSpPr>
            <a:spLocks noGrp="1"/>
          </p:cNvSpPr>
          <p:nvPr/>
        </p:nvSpPr>
        <p:spPr>
          <a:xfrm>
            <a:off x="9220200" y="2733675"/>
            <a:ext cx="7810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72FBECB2-A897-48E0-9AD3-CD2E11405911}"/>
              </a:ext>
            </a:extLst>
          </p:cNvPr>
          <p:cNvSpPr>
            <a:spLocks noGrp="1"/>
          </p:cNvSpPr>
          <p:nvPr/>
        </p:nvSpPr>
        <p:spPr>
          <a:xfrm>
            <a:off x="9415463" y="2247900"/>
            <a:ext cx="0" cy="6477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32C00AA7-C4F4-49C7-98A9-8C0E920A87EF}"/>
              </a:ext>
            </a:extLst>
          </p:cNvPr>
          <p:cNvSpPr>
            <a:spLocks noGrp="1"/>
          </p:cNvSpPr>
          <p:nvPr/>
        </p:nvSpPr>
        <p:spPr>
          <a:xfrm>
            <a:off x="9610725" y="2247900"/>
            <a:ext cx="0" cy="6477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B0BD8B90-E573-4DFD-B74B-4FF02B01AA4F}"/>
              </a:ext>
            </a:extLst>
          </p:cNvPr>
          <p:cNvSpPr>
            <a:spLocks noGrp="1"/>
          </p:cNvSpPr>
          <p:nvPr/>
        </p:nvSpPr>
        <p:spPr>
          <a:xfrm>
            <a:off x="9805988" y="2247900"/>
            <a:ext cx="0" cy="6477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57C11C-0CDC-4A29-A27B-3C3793C25A18}"/>
              </a:ext>
            </a:extLst>
          </p:cNvPr>
          <p:cNvSpPr>
            <a:spLocks noGrp="1"/>
          </p:cNvSpPr>
          <p:nvPr/>
        </p:nvSpPr>
        <p:spPr>
          <a:xfrm>
            <a:off x="9220200" y="2409825"/>
            <a:ext cx="195263" cy="485775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0F7740E-3F7C-43BE-8D86-99676861F78C}"/>
              </a:ext>
            </a:extLst>
          </p:cNvPr>
          <p:cNvSpPr>
            <a:spLocks noGrp="1"/>
          </p:cNvSpPr>
          <p:nvPr/>
        </p:nvSpPr>
        <p:spPr>
          <a:xfrm>
            <a:off x="7772400" y="32194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output を確認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5D35B78-3793-409D-80DC-79620A1A04BE}"/>
              </a:ext>
            </a:extLst>
          </p:cNvPr>
          <p:cNvSpPr>
            <a:spLocks noGrp="1"/>
          </p:cNvSpPr>
          <p:nvPr/>
        </p:nvSpPr>
        <p:spPr>
          <a:xfrm>
            <a:off x="7772400" y="36385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DXFごとのExcel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570F8A7-3F47-4903-B833-F45B615FD683}"/>
              </a:ext>
            </a:extLst>
          </p:cNvPr>
          <p:cNvSpPr>
            <a:spLocks noGrp="1"/>
          </p:cNvSpPr>
          <p:nvPr/>
        </p:nvSpPr>
        <p:spPr>
          <a:xfrm>
            <a:off x="3714750" y="2533650"/>
            <a:ext cx="476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607A880-4BF0-4D73-B6FA-88F089C17D47}"/>
              </a:ext>
            </a:extLst>
          </p:cNvPr>
          <p:cNvSpPr>
            <a:spLocks noGrp="1"/>
          </p:cNvSpPr>
          <p:nvPr/>
        </p:nvSpPr>
        <p:spPr>
          <a:xfrm>
            <a:off x="7162800" y="2533650"/>
            <a:ext cx="476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8CE882D-6BAC-4E1B-86F1-EFE96C6518F0}"/>
              </a:ext>
            </a:extLst>
          </p:cNvPr>
          <p:cNvSpPr>
            <a:spLocks noGrp="1"/>
          </p:cNvSpPr>
          <p:nvPr/>
        </p:nvSpPr>
        <p:spPr>
          <a:xfrm>
            <a:off x="8977313" y="4090988"/>
            <a:ext cx="43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FF3F372-3FC5-467E-8A56-5FF03D399801}"/>
              </a:ext>
            </a:extLst>
          </p:cNvPr>
          <p:cNvSpPr>
            <a:spLocks noGrp="1"/>
          </p:cNvSpPr>
          <p:nvPr/>
        </p:nvSpPr>
        <p:spPr>
          <a:xfrm>
            <a:off x="7762875" y="4881562"/>
            <a:ext cx="2667000" cy="947738"/>
          </a:xfrm>
          <a:prstGeom prst="rect">
            <a:avLst/>
          </a:prstGeom>
          <a:solidFill>
            <a:srgbClr val="E8F7F1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1A7B9BD-226D-4838-91CC-4523A0196BC1}"/>
              </a:ext>
            </a:extLst>
          </p:cNvPr>
          <p:cNvSpPr>
            <a:spLocks noGrp="1"/>
          </p:cNvSpPr>
          <p:nvPr/>
        </p:nvSpPr>
        <p:spPr>
          <a:xfrm>
            <a:off x="8953500" y="5200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input / </a:t>
            </a:r>
            <a:r>
              <a:rPr sz="1125" b="1" dirty="0" err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used_日時</a:t>
            </a:r>
            <a:endParaRPr sz="1125" b="1" dirty="0">
              <a:solidFill>
                <a:srgbClr val="007E5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561C6C9-C24C-4D09-B03A-B24F260629F3}"/>
              </a:ext>
            </a:extLst>
          </p:cNvPr>
          <p:cNvSpPr>
            <a:spLocks noGrp="1"/>
          </p:cNvSpPr>
          <p:nvPr/>
        </p:nvSpPr>
        <p:spPr>
          <a:xfrm>
            <a:off x="8953500" y="54292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処理済みDXFを保管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EC237AE-CCAC-2775-CB48-41318DCB241C}"/>
              </a:ext>
            </a:extLst>
          </p:cNvPr>
          <p:cNvSpPr>
            <a:spLocks noGrp="1"/>
          </p:cNvSpPr>
          <p:nvPr/>
        </p:nvSpPr>
        <p:spPr>
          <a:xfrm>
            <a:off x="7943850" y="5167312"/>
            <a:ext cx="819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82EE897-4C93-2782-A5FF-0C5C3414060D}"/>
              </a:ext>
            </a:extLst>
          </p:cNvPr>
          <p:cNvSpPr>
            <a:spLocks noGrp="1"/>
          </p:cNvSpPr>
          <p:nvPr/>
        </p:nvSpPr>
        <p:spPr>
          <a:xfrm>
            <a:off x="7943850" y="5072062"/>
            <a:ext cx="401193" cy="9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F3BF9F-F10D-9C50-01D1-7C6ACAF4181C}"/>
              </a:ext>
            </a:extLst>
          </p:cNvPr>
          <p:cNvSpPr>
            <a:spLocks noGrp="1"/>
          </p:cNvSpPr>
          <p:nvPr/>
        </p:nvSpPr>
        <p:spPr>
          <a:xfrm>
            <a:off x="7952232" y="5129212"/>
            <a:ext cx="381600" cy="95250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41FF37D-68DC-1645-493C-E137FCD2490F}"/>
              </a:ext>
            </a:extLst>
          </p:cNvPr>
          <p:cNvSpPr>
            <a:spLocks noGrp="1"/>
          </p:cNvSpPr>
          <p:nvPr/>
        </p:nvSpPr>
        <p:spPr>
          <a:xfrm>
            <a:off x="8058150" y="2366962"/>
            <a:ext cx="819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C2760E5-7BE0-66A2-A896-3BBB1383C500}"/>
              </a:ext>
            </a:extLst>
          </p:cNvPr>
          <p:cNvSpPr>
            <a:spLocks noGrp="1"/>
          </p:cNvSpPr>
          <p:nvPr/>
        </p:nvSpPr>
        <p:spPr>
          <a:xfrm>
            <a:off x="8058150" y="2271712"/>
            <a:ext cx="401193" cy="9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417195F-442D-60DB-9187-89E91FACC2B0}"/>
              </a:ext>
            </a:extLst>
          </p:cNvPr>
          <p:cNvSpPr>
            <a:spLocks noGrp="1"/>
          </p:cNvSpPr>
          <p:nvPr/>
        </p:nvSpPr>
        <p:spPr>
          <a:xfrm>
            <a:off x="8066532" y="2328862"/>
            <a:ext cx="381600" cy="95250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2CE24A8-3CEC-537C-6BA3-E8E597A44222}"/>
              </a:ext>
            </a:extLst>
          </p:cNvPr>
          <p:cNvSpPr>
            <a:spLocks noGrp="1"/>
          </p:cNvSpPr>
          <p:nvPr/>
        </p:nvSpPr>
        <p:spPr>
          <a:xfrm>
            <a:off x="1847850" y="2357437"/>
            <a:ext cx="819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6CC14A8-32B0-AD47-0A9D-E903B24E4351}"/>
              </a:ext>
            </a:extLst>
          </p:cNvPr>
          <p:cNvSpPr>
            <a:spLocks noGrp="1"/>
          </p:cNvSpPr>
          <p:nvPr/>
        </p:nvSpPr>
        <p:spPr>
          <a:xfrm>
            <a:off x="1847850" y="2262187"/>
            <a:ext cx="401193" cy="9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E5FCEF8E-1E9E-81C1-F77A-8F31DAA4FE2F}"/>
              </a:ext>
            </a:extLst>
          </p:cNvPr>
          <p:cNvSpPr>
            <a:spLocks noGrp="1"/>
          </p:cNvSpPr>
          <p:nvPr/>
        </p:nvSpPr>
        <p:spPr>
          <a:xfrm>
            <a:off x="1856232" y="2319337"/>
            <a:ext cx="381600" cy="95250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-3">
            <a:extLst>
              <a:ext uri="{FF2B5EF4-FFF2-40B4-BE49-F238E27FC236}">
                <a16:creationId xmlns:a16="http://schemas.microsoft.com/office/drawing/2014/main" id="{607AD0C3-66BD-EDBE-25E1-DF03E4B6D3A6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5364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5282609-84A4-47BA-BB82-0DF80DBA1E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EC2C2A1-E5DF-42AD-9F4F-2A30C516754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14926C2-2222-497D-8D48-012B6546BE92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05  PIPELINE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F3E3902F-CEFC-453E-84AF-8FD35A0C860D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判定を順番に通ったデータだけがExcelになる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6F553C8F-CFDE-43A0-B9CB-2E4988FDE45A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各段階で一意に判断できなければ、そのDXFは未処理として残します。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C188F1A-03B6-4D45-9BE4-57A6E8448F55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9E43F7-BCBE-486D-B4F9-881FA52ABE88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9B80C5-6453-43BD-BDD3-C81B226D5FD9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1CB12B-949F-4CA6-B5B9-E327A37A78C2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797AB8-570B-48F4-8FAB-07918A5434E3}"/>
              </a:ext>
            </a:extLst>
          </p:cNvPr>
          <p:cNvSpPr>
            <a:spLocks noGrp="1"/>
          </p:cNvSpPr>
          <p:nvPr/>
        </p:nvSpPr>
        <p:spPr>
          <a:xfrm>
            <a:off x="4762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TEXT / LINE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96CADA9-5D54-4F77-A441-EDBC37366FBA}"/>
              </a:ext>
            </a:extLst>
          </p:cNvPr>
          <p:cNvSpPr>
            <a:spLocks noGrp="1"/>
          </p:cNvSpPr>
          <p:nvPr/>
        </p:nvSpPr>
        <p:spPr>
          <a:xfrm>
            <a:off x="17049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8E34AE4-D3F8-496A-8342-8E1D265305B3}"/>
              </a:ext>
            </a:extLst>
          </p:cNvPr>
          <p:cNvSpPr>
            <a:spLocks noGrp="1"/>
          </p:cNvSpPr>
          <p:nvPr/>
        </p:nvSpPr>
        <p:spPr>
          <a:xfrm>
            <a:off x="20764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2DBF08-66CC-4D05-94C1-AEFB221F556C}"/>
              </a:ext>
            </a:extLst>
          </p:cNvPr>
          <p:cNvSpPr>
            <a:spLocks noGrp="1"/>
          </p:cNvSpPr>
          <p:nvPr/>
        </p:nvSpPr>
        <p:spPr>
          <a:xfrm>
            <a:off x="22098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7FE62D-11B6-45F9-8F8D-4DC7A71C07FD}"/>
              </a:ext>
            </a:extLst>
          </p:cNvPr>
          <p:cNvSpPr>
            <a:spLocks noGrp="1"/>
          </p:cNvSpPr>
          <p:nvPr/>
        </p:nvSpPr>
        <p:spPr>
          <a:xfrm>
            <a:off x="22479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倍率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補正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F6A5F67-6186-45DA-85C0-F78F9DDC140A}"/>
              </a:ext>
            </a:extLst>
          </p:cNvPr>
          <p:cNvSpPr>
            <a:spLocks noGrp="1"/>
          </p:cNvSpPr>
          <p:nvPr/>
        </p:nvSpPr>
        <p:spPr>
          <a:xfrm>
            <a:off x="21526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文字高基準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2949D70-0B42-4564-BD8D-8B50ED3C1527}"/>
              </a:ext>
            </a:extLst>
          </p:cNvPr>
          <p:cNvSpPr>
            <a:spLocks noGrp="1"/>
          </p:cNvSpPr>
          <p:nvPr/>
        </p:nvSpPr>
        <p:spPr>
          <a:xfrm>
            <a:off x="33813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1A7454-9AEB-461E-857B-8C458D6E6D42}"/>
              </a:ext>
            </a:extLst>
          </p:cNvPr>
          <p:cNvSpPr>
            <a:spLocks noGrp="1"/>
          </p:cNvSpPr>
          <p:nvPr/>
        </p:nvSpPr>
        <p:spPr>
          <a:xfrm>
            <a:off x="37528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0142BFD-E633-42C8-905C-0CB6ADE09264}"/>
              </a:ext>
            </a:extLst>
          </p:cNvPr>
          <p:cNvSpPr>
            <a:spLocks noGrp="1"/>
          </p:cNvSpPr>
          <p:nvPr/>
        </p:nvSpPr>
        <p:spPr>
          <a:xfrm>
            <a:off x="38862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A0C10DA-754E-42CF-95B7-E6C9A6BCA13A}"/>
              </a:ext>
            </a:extLst>
          </p:cNvPr>
          <p:cNvSpPr>
            <a:spLocks noGrp="1"/>
          </p:cNvSpPr>
          <p:nvPr/>
        </p:nvSpPr>
        <p:spPr>
          <a:xfrm>
            <a:off x="39243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検出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2B64B6B-30B3-47A4-87A5-4CBC92216A62}"/>
              </a:ext>
            </a:extLst>
          </p:cNvPr>
          <p:cNvSpPr>
            <a:spLocks noGrp="1"/>
          </p:cNvSpPr>
          <p:nvPr/>
        </p:nvSpPr>
        <p:spPr>
          <a:xfrm>
            <a:off x="38290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見出し＋罫線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6E2AC3-4AB0-4792-A7E2-0C6D44AF5444}"/>
              </a:ext>
            </a:extLst>
          </p:cNvPr>
          <p:cNvSpPr>
            <a:spLocks noGrp="1"/>
          </p:cNvSpPr>
          <p:nvPr/>
        </p:nvSpPr>
        <p:spPr>
          <a:xfrm>
            <a:off x="50577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166A9DF-0722-418E-B5B8-8867AB4224CB}"/>
              </a:ext>
            </a:extLst>
          </p:cNvPr>
          <p:cNvSpPr>
            <a:spLocks noGrp="1"/>
          </p:cNvSpPr>
          <p:nvPr/>
        </p:nvSpPr>
        <p:spPr>
          <a:xfrm>
            <a:off x="54292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C90F382-9057-4FAA-9C3B-63BCB6EF665B}"/>
              </a:ext>
            </a:extLst>
          </p:cNvPr>
          <p:cNvSpPr>
            <a:spLocks noGrp="1"/>
          </p:cNvSpPr>
          <p:nvPr/>
        </p:nvSpPr>
        <p:spPr>
          <a:xfrm>
            <a:off x="55626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6E40E5D-F815-4C10-9BDD-DFD6C258FAB5}"/>
              </a:ext>
            </a:extLst>
          </p:cNvPr>
          <p:cNvSpPr>
            <a:spLocks noGrp="1"/>
          </p:cNvSpPr>
          <p:nvPr/>
        </p:nvSpPr>
        <p:spPr>
          <a:xfrm>
            <a:off x="56007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路線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判定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50F325E-B185-41EF-9B6C-FF0DB4F86674}"/>
              </a:ext>
            </a:extLst>
          </p:cNvPr>
          <p:cNvSpPr>
            <a:spLocks noGrp="1"/>
          </p:cNvSpPr>
          <p:nvPr/>
        </p:nvSpPr>
        <p:spPr>
          <a:xfrm>
            <a:off x="55054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本線だけ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F0AB647-600C-4286-9BA2-DC2D661ACF1D}"/>
              </a:ext>
            </a:extLst>
          </p:cNvPr>
          <p:cNvSpPr>
            <a:spLocks noGrp="1"/>
          </p:cNvSpPr>
          <p:nvPr/>
        </p:nvSpPr>
        <p:spPr>
          <a:xfrm>
            <a:off x="67341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89A13B7-5262-4DF1-8D95-02270C0FEE06}"/>
              </a:ext>
            </a:extLst>
          </p:cNvPr>
          <p:cNvSpPr>
            <a:spLocks noGrp="1"/>
          </p:cNvSpPr>
          <p:nvPr/>
        </p:nvSpPr>
        <p:spPr>
          <a:xfrm>
            <a:off x="71056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9D8C24C-CA83-4E59-A269-E37CF9D106F1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976B729-DE9F-4BD5-B493-06488DFC4AB0}"/>
              </a:ext>
            </a:extLst>
          </p:cNvPr>
          <p:cNvSpPr>
            <a:spLocks noGrp="1"/>
          </p:cNvSpPr>
          <p:nvPr/>
        </p:nvSpPr>
        <p:spPr>
          <a:xfrm>
            <a:off x="72771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E1FADE3-96B6-4F15-91A4-0F80E61AC24F}"/>
              </a:ext>
            </a:extLst>
          </p:cNvPr>
          <p:cNvSpPr>
            <a:spLocks noGrp="1"/>
          </p:cNvSpPr>
          <p:nvPr/>
        </p:nvSpPr>
        <p:spPr>
          <a:xfrm>
            <a:off x="71818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CL / 一意性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B12D7AE-8323-49C2-88C5-C5DBC59D151F}"/>
              </a:ext>
            </a:extLst>
          </p:cNvPr>
          <p:cNvSpPr>
            <a:spLocks noGrp="1"/>
          </p:cNvSpPr>
          <p:nvPr/>
        </p:nvSpPr>
        <p:spPr>
          <a:xfrm>
            <a:off x="84105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8251300-B284-434D-9513-64F8C578AE15}"/>
              </a:ext>
            </a:extLst>
          </p:cNvPr>
          <p:cNvSpPr>
            <a:spLocks noGrp="1"/>
          </p:cNvSpPr>
          <p:nvPr/>
        </p:nvSpPr>
        <p:spPr>
          <a:xfrm>
            <a:off x="8782050" y="2247900"/>
            <a:ext cx="1257300" cy="1352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2961133-0BBA-43EB-ACE5-89E20E8F0F5A}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2F44832-8C37-4116-8422-108572AD6270}"/>
              </a:ext>
            </a:extLst>
          </p:cNvPr>
          <p:cNvSpPr>
            <a:spLocks noGrp="1"/>
          </p:cNvSpPr>
          <p:nvPr/>
        </p:nvSpPr>
        <p:spPr>
          <a:xfrm>
            <a:off x="89535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変換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92508B-B352-48C7-BE41-2205DFDDD9D9}"/>
              </a:ext>
            </a:extLst>
          </p:cNvPr>
          <p:cNvSpPr>
            <a:spLocks noGrp="1"/>
          </p:cNvSpPr>
          <p:nvPr/>
        </p:nvSpPr>
        <p:spPr>
          <a:xfrm>
            <a:off x="88582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左右・合算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850FCAA-B56D-4695-9F70-81625AE04D74}"/>
              </a:ext>
            </a:extLst>
          </p:cNvPr>
          <p:cNvSpPr>
            <a:spLocks noGrp="1"/>
          </p:cNvSpPr>
          <p:nvPr/>
        </p:nvSpPr>
        <p:spPr>
          <a:xfrm>
            <a:off x="10086975" y="27432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6EC4123-CB7D-4E3C-863C-055E82CFB99C}"/>
              </a:ext>
            </a:extLst>
          </p:cNvPr>
          <p:cNvSpPr>
            <a:spLocks noGrp="1"/>
          </p:cNvSpPr>
          <p:nvPr/>
        </p:nvSpPr>
        <p:spPr>
          <a:xfrm>
            <a:off x="10458450" y="2247900"/>
            <a:ext cx="1257300" cy="1352550"/>
          </a:xfrm>
          <a:prstGeom prst="rect">
            <a:avLst/>
          </a:prstGeom>
          <a:solidFill>
            <a:srgbClr val="E8F7F1"/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349B45F-6ED3-4E4E-9FB3-62D2CE4D670E}"/>
              </a:ext>
            </a:extLst>
          </p:cNvPr>
          <p:cNvSpPr>
            <a:spLocks noGrp="1"/>
          </p:cNvSpPr>
          <p:nvPr/>
        </p:nvSpPr>
        <p:spPr>
          <a:xfrm>
            <a:off x="10591800" y="2381250"/>
            <a:ext cx="266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C248C17-3F32-408A-9F29-2194D6A5893F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914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</a:t>
            </a:r>
          </a:p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出力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6F2378D-BFEB-40B9-A471-52F03929D415}"/>
              </a:ext>
            </a:extLst>
          </p:cNvPr>
          <p:cNvSpPr>
            <a:spLocks noGrp="1"/>
          </p:cNvSpPr>
          <p:nvPr/>
        </p:nvSpPr>
        <p:spPr>
          <a:xfrm>
            <a:off x="10534650" y="329565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帳票整形</a:t>
            </a:r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F4D26A4C-4E09-4248-A4B5-36E309471AD3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11258550" cy="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850ED82-284A-45FD-916C-4FB9C6F12EFF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入力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5810285-573C-42B5-ABA3-3D10525B01F3}"/>
              </a:ext>
            </a:extLst>
          </p:cNvPr>
          <p:cNvSpPr>
            <a:spLocks noGrp="1"/>
          </p:cNvSpPr>
          <p:nvPr/>
        </p:nvSpPr>
        <p:spPr>
          <a:xfrm>
            <a:off x="3448050" y="43434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構造の確認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BA48618-47D5-47E9-9FDC-D6D02EC4DCC1}"/>
              </a:ext>
            </a:extLst>
          </p:cNvPr>
          <p:cNvSpPr>
            <a:spLocks noGrp="1"/>
          </p:cNvSpPr>
          <p:nvPr/>
        </p:nvSpPr>
        <p:spPr>
          <a:xfrm>
            <a:off x="7086600" y="43434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対応付け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FA3EB2D-0D6C-4581-A2DC-C9BA84B48D6C}"/>
              </a:ext>
            </a:extLst>
          </p:cNvPr>
          <p:cNvSpPr>
            <a:spLocks noGrp="1"/>
          </p:cNvSpPr>
          <p:nvPr/>
        </p:nvSpPr>
        <p:spPr>
          <a:xfrm>
            <a:off x="10572750" y="4343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出力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98C8671-5913-4532-86BF-2B8C8D1B2B19}"/>
              </a:ext>
            </a:extLst>
          </p:cNvPr>
          <p:cNvSpPr>
            <a:spLocks noGrp="1"/>
          </p:cNvSpPr>
          <p:nvPr/>
        </p:nvSpPr>
        <p:spPr>
          <a:xfrm>
            <a:off x="4591050" y="5067300"/>
            <a:ext cx="3009900" cy="4191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57AC428-C815-4830-92C9-C2B49205D775}"/>
              </a:ext>
            </a:extLst>
          </p:cNvPr>
          <p:cNvSpPr>
            <a:spLocks noGrp="1"/>
          </p:cNvSpPr>
          <p:nvPr/>
        </p:nvSpPr>
        <p:spPr>
          <a:xfrm>
            <a:off x="4686300" y="5114925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7つの判定ゲート</a:t>
            </a:r>
          </a:p>
        </p:txBody>
      </p:sp>
      <p:sp>
        <p:nvSpPr>
          <p:cNvPr id="50" name="shape-3">
            <a:extLst>
              <a:ext uri="{FF2B5EF4-FFF2-40B4-BE49-F238E27FC236}">
                <a16:creationId xmlns:a16="http://schemas.microsoft.com/office/drawing/2014/main" id="{D74BE99F-9092-5D45-2724-3108360069E4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167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75E409C-5A3B-46C0-841F-3FC11DD5C1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73085AD-A8DD-4A83-BBFD-2A86BC1C6F2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E7C7508-AE89-4314-81D9-30CAD7A008ED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06  DXF READ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208D2169-B7D9-4346-88A0-355B86E2928D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画面の見た目ではなく、DXF内部の文字と線を読む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0BCB5DA5-9157-4566-A9F5-AC496E3D826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対象はモデル空間の native TEXT / LINE。画像認識やAutoCAD画面操作は行いません。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5DF5A16-479F-468E-A50E-FBB05A7BD6D5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9173E43-E8C2-4A13-A8E5-584A4E3B25A1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7829550" cy="436245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5D107A4-6FB7-439E-9957-86E9CC72557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モデル空間（概念図</a:t>
            </a:r>
            <a:r>
              <a:rPr sz="1050" b="1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）</a:t>
            </a:r>
          </a:p>
        </p:txBody>
      </p:sp>
      <p:sp>
        <p:nvSpPr>
          <p:cNvPr id="9" name="直線コネクタ 8">
            <a:extLst>
              <a:ext uri="{FF2B5EF4-FFF2-40B4-BE49-F238E27FC236}">
                <a16:creationId xmlns:a16="http://schemas.microsoft.com/office/drawing/2014/main" id="{4A42923B-CFBB-4275-81D2-B4A6590DDADD}"/>
              </a:ext>
            </a:extLst>
          </p:cNvPr>
          <p:cNvSpPr>
            <a:spLocks noGrp="1"/>
          </p:cNvSpPr>
          <p:nvPr/>
        </p:nvSpPr>
        <p:spPr>
          <a:xfrm flipV="1">
            <a:off x="857250" y="4152900"/>
            <a:ext cx="1200150" cy="6477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直線コネクタ 9">
            <a:extLst>
              <a:ext uri="{FF2B5EF4-FFF2-40B4-BE49-F238E27FC236}">
                <a16:creationId xmlns:a16="http://schemas.microsoft.com/office/drawing/2014/main" id="{F553EF18-A3AE-41E3-B09E-ECD5C947FA79}"/>
              </a:ext>
            </a:extLst>
          </p:cNvPr>
          <p:cNvSpPr>
            <a:spLocks noGrp="1"/>
          </p:cNvSpPr>
          <p:nvPr/>
        </p:nvSpPr>
        <p:spPr>
          <a:xfrm flipV="1">
            <a:off x="2057400" y="4152899"/>
            <a:ext cx="1238250" cy="1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DF156A85-7B06-445C-8AE1-5BA503C031B1}"/>
              </a:ext>
            </a:extLst>
          </p:cNvPr>
          <p:cNvSpPr>
            <a:spLocks noGrp="1"/>
          </p:cNvSpPr>
          <p:nvPr/>
        </p:nvSpPr>
        <p:spPr>
          <a:xfrm flipV="1">
            <a:off x="3333751" y="4152895"/>
            <a:ext cx="1466848" cy="3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9E6D4A45-E06A-499D-84E8-641FC303E3FD}"/>
              </a:ext>
            </a:extLst>
          </p:cNvPr>
          <p:cNvSpPr>
            <a:spLocks noGrp="1"/>
          </p:cNvSpPr>
          <p:nvPr/>
        </p:nvSpPr>
        <p:spPr>
          <a:xfrm>
            <a:off x="4800599" y="4159141"/>
            <a:ext cx="1371601" cy="717639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B0438FCA-5C43-4FF7-8635-7EBA81C707A8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7353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4BDA9928-C5E3-4B55-B956-806AC3CA3C4E}"/>
              </a:ext>
            </a:extLst>
          </p:cNvPr>
          <p:cNvSpPr>
            <a:spLocks noGrp="1"/>
          </p:cNvSpPr>
          <p:nvPr/>
        </p:nvSpPr>
        <p:spPr>
          <a:xfrm>
            <a:off x="3314700" y="2209800"/>
            <a:ext cx="0" cy="3200400"/>
          </a:xfrm>
          <a:prstGeom prst="line">
            <a:avLst/>
          </a:prstGeom>
          <a:solidFill>
            <a:srgbClr val="000000">
              <a:alpha val="0"/>
            </a:srgbClr>
          </a:solidFill>
          <a:ln w="23813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15F84F1-2788-45D7-938C-1621286405DF}"/>
              </a:ext>
            </a:extLst>
          </p:cNvPr>
          <p:cNvSpPr>
            <a:spLocks noGrp="1"/>
          </p:cNvSpPr>
          <p:nvPr/>
        </p:nvSpPr>
        <p:spPr>
          <a:xfrm>
            <a:off x="3152775" y="1989739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CL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498873-FD85-4436-8F83-2BED25B337F3}"/>
              </a:ext>
            </a:extLst>
          </p:cNvPr>
          <p:cNvSpPr>
            <a:spLocks noGrp="1"/>
          </p:cNvSpPr>
          <p:nvPr/>
        </p:nvSpPr>
        <p:spPr>
          <a:xfrm>
            <a:off x="2019300" y="3390900"/>
            <a:ext cx="133350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428B3F4-6C8A-4BC6-B0C7-2E3710116953}"/>
              </a:ext>
            </a:extLst>
          </p:cNvPr>
          <p:cNvSpPr>
            <a:spLocks noGrp="1"/>
          </p:cNvSpPr>
          <p:nvPr/>
        </p:nvSpPr>
        <p:spPr>
          <a:xfrm>
            <a:off x="2114550" y="3438525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NO.123+10.5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4284502-9A8C-47B6-B789-5D2443B71E4E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TEXT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CCF53404-54A3-4FA6-8276-1C7ECBBCDF41}"/>
              </a:ext>
            </a:extLst>
          </p:cNvPr>
          <p:cNvSpPr>
            <a:spLocks noGrp="1"/>
          </p:cNvSpPr>
          <p:nvPr/>
        </p:nvSpPr>
        <p:spPr>
          <a:xfrm>
            <a:off x="1543050" y="2647950"/>
            <a:ext cx="723900" cy="76200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8BA50E2-3119-4EB1-9C6F-A75FA2CD2CF3}"/>
              </a:ext>
            </a:extLst>
          </p:cNvPr>
          <p:cNvSpPr>
            <a:spLocks noGrp="1"/>
          </p:cNvSpPr>
          <p:nvPr/>
        </p:nvSpPr>
        <p:spPr>
          <a:xfrm>
            <a:off x="6172200" y="27241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LINE</a:t>
            </a:r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8816ABF3-16F7-4E48-B73E-C4F0AF5E3EEB}"/>
              </a:ext>
            </a:extLst>
          </p:cNvPr>
          <p:cNvSpPr>
            <a:spLocks noGrp="1"/>
          </p:cNvSpPr>
          <p:nvPr/>
        </p:nvSpPr>
        <p:spPr>
          <a:xfrm flipV="1">
            <a:off x="5638800" y="2952750"/>
            <a:ext cx="781050" cy="139065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14CF898-D40B-4C6D-A5B1-09B6BE0462C3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座標（x, y）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8E9FDE3-B2E4-4D61-9192-E2687882D02C}"/>
              </a:ext>
            </a:extLst>
          </p:cNvPr>
          <p:cNvSpPr>
            <a:spLocks noGrp="1"/>
          </p:cNvSpPr>
          <p:nvPr/>
        </p:nvSpPr>
        <p:spPr>
          <a:xfrm>
            <a:off x="8782050" y="16002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読み取る属性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931F0A9-FD61-4BA6-B527-D4AAD0EF5744}"/>
              </a:ext>
            </a:extLst>
          </p:cNvPr>
          <p:cNvSpPr>
            <a:spLocks noGrp="1"/>
          </p:cNvSpPr>
          <p:nvPr/>
        </p:nvSpPr>
        <p:spPr>
          <a:xfrm>
            <a:off x="8724900" y="2057400"/>
            <a:ext cx="2781300" cy="552450"/>
          </a:xfrm>
          <a:prstGeom prst="rect">
            <a:avLst/>
          </a:prstGeom>
          <a:solidFill>
            <a:srgbClr val="E8F7F1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7BAB0E4-6EBE-4089-99C1-26E5AEAC19AB}"/>
              </a:ext>
            </a:extLst>
          </p:cNvPr>
          <p:cNvSpPr>
            <a:spLocks noGrp="1"/>
          </p:cNvSpPr>
          <p:nvPr/>
        </p:nvSpPr>
        <p:spPr>
          <a:xfrm>
            <a:off x="8896350" y="2181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TEXT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A0A6538-9A81-4410-8BC3-E9C1B2CC5EE0}"/>
              </a:ext>
            </a:extLst>
          </p:cNvPr>
          <p:cNvSpPr>
            <a:spLocks noGrp="1"/>
          </p:cNvSpPr>
          <p:nvPr/>
        </p:nvSpPr>
        <p:spPr>
          <a:xfrm>
            <a:off x="9791700" y="218122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文字列・文字高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E27F782-1511-4CDB-85DE-47D678916120}"/>
              </a:ext>
            </a:extLst>
          </p:cNvPr>
          <p:cNvSpPr>
            <a:spLocks noGrp="1"/>
          </p:cNvSpPr>
          <p:nvPr/>
        </p:nvSpPr>
        <p:spPr>
          <a:xfrm>
            <a:off x="8724900" y="2800350"/>
            <a:ext cx="27813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113C095-0929-4EFE-98BB-7BE2AD5EC825}"/>
              </a:ext>
            </a:extLst>
          </p:cNvPr>
          <p:cNvSpPr>
            <a:spLocks noGrp="1"/>
          </p:cNvSpPr>
          <p:nvPr/>
        </p:nvSpPr>
        <p:spPr>
          <a:xfrm>
            <a:off x="8896350" y="29241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LINE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4BCA8B6-0C98-4C73-B928-BABA000DF7EC}"/>
              </a:ext>
            </a:extLst>
          </p:cNvPr>
          <p:cNvSpPr>
            <a:spLocks noGrp="1"/>
          </p:cNvSpPr>
          <p:nvPr/>
        </p:nvSpPr>
        <p:spPr>
          <a:xfrm>
            <a:off x="9791700" y="292417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始点・終点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4FD40EF-16A7-460A-85A3-9B7EAABE7793}"/>
              </a:ext>
            </a:extLst>
          </p:cNvPr>
          <p:cNvSpPr>
            <a:spLocks noGrp="1"/>
          </p:cNvSpPr>
          <p:nvPr/>
        </p:nvSpPr>
        <p:spPr>
          <a:xfrm>
            <a:off x="8724900" y="3543300"/>
            <a:ext cx="27813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F4BA754-0433-4848-8200-FCEC657C72A5}"/>
              </a:ext>
            </a:extLst>
          </p:cNvPr>
          <p:cNvSpPr>
            <a:spLocks noGrp="1"/>
          </p:cNvSpPr>
          <p:nvPr/>
        </p:nvSpPr>
        <p:spPr>
          <a:xfrm>
            <a:off x="8896350" y="36671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レイヤー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42B3E5-81B4-4F21-8F2E-D2EB5D140A84}"/>
              </a:ext>
            </a:extLst>
          </p:cNvPr>
          <p:cNvSpPr>
            <a:spLocks noGrp="1"/>
          </p:cNvSpPr>
          <p:nvPr/>
        </p:nvSpPr>
        <p:spPr>
          <a:xfrm>
            <a:off x="9791700" y="366712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D-BMK / D-MTR-*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3B76BC5-A1DF-4B17-B091-C10B46827783}"/>
              </a:ext>
            </a:extLst>
          </p:cNvPr>
          <p:cNvSpPr>
            <a:spLocks noGrp="1"/>
          </p:cNvSpPr>
          <p:nvPr/>
        </p:nvSpPr>
        <p:spPr>
          <a:xfrm>
            <a:off x="8724900" y="4286250"/>
            <a:ext cx="27813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898997C-3913-4EB1-BAF0-4DB81AE7967E}"/>
              </a:ext>
            </a:extLst>
          </p:cNvPr>
          <p:cNvSpPr>
            <a:spLocks noGrp="1"/>
          </p:cNvSpPr>
          <p:nvPr/>
        </p:nvSpPr>
        <p:spPr>
          <a:xfrm>
            <a:off x="8896350" y="44100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座標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D4562BC-D8C0-45D5-8619-BEFC92944795}"/>
              </a:ext>
            </a:extLst>
          </p:cNvPr>
          <p:cNvSpPr>
            <a:spLocks noGrp="1"/>
          </p:cNvSpPr>
          <p:nvPr/>
        </p:nvSpPr>
        <p:spPr>
          <a:xfrm>
            <a:off x="9791700" y="441007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近さ・並び・範囲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F4EFEC6-B8A9-46FB-8661-463F8F691F87}"/>
              </a:ext>
            </a:extLst>
          </p:cNvPr>
          <p:cNvSpPr>
            <a:spLocks noGrp="1"/>
          </p:cNvSpPr>
          <p:nvPr/>
        </p:nvSpPr>
        <p:spPr>
          <a:xfrm>
            <a:off x="9105900" y="5219700"/>
            <a:ext cx="2000250" cy="34290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851666B-3130-47E3-8426-D1DCCA4460B2}"/>
              </a:ext>
            </a:extLst>
          </p:cNvPr>
          <p:cNvSpPr>
            <a:spLocks noGrp="1"/>
          </p:cNvSpPr>
          <p:nvPr/>
        </p:nvSpPr>
        <p:spPr>
          <a:xfrm>
            <a:off x="9201150" y="526732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OCRではない</a:t>
            </a:r>
          </a:p>
        </p:txBody>
      </p:sp>
      <p:sp>
        <p:nvSpPr>
          <p:cNvPr id="40" name="shape-3">
            <a:extLst>
              <a:ext uri="{FF2B5EF4-FFF2-40B4-BE49-F238E27FC236}">
                <a16:creationId xmlns:a16="http://schemas.microsoft.com/office/drawing/2014/main" id="{9FE2603D-959C-97E1-EB61-B948AC15C650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8692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6913441-AB59-49B1-8A31-41606F668F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5A96392-AAD5-416B-9335-620BDD2F1FD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0C5F79E-BB5F-4F74-93AE-F0D433CCD09E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07  SCALE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36358538-5F53-463F-A667-4C6F2CAD15C3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一様な倍率差は、基準寸法へ戻して判定する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857980C1-4EAB-4E5D-A8BE-36B729FFBA0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「種別」「数量」ヘッダーの文字高を基準値0.5と比較し、TEXTとLINEの座標・寸法を正規化します。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5602B29-1668-45F7-9DA8-304B4B231D37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CB129B-0296-465C-98B3-BAA4A202150C}"/>
              </a:ext>
            </a:extLst>
          </p:cNvPr>
          <p:cNvSpPr>
            <a:spLocks noGrp="1"/>
          </p:cNvSpPr>
          <p:nvPr/>
        </p:nvSpPr>
        <p:spPr>
          <a:xfrm>
            <a:off x="1028700" y="15240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0.5×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CEBE75-66EE-4436-A771-EC1E4E9FAC93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1524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41F2A2C-B67A-4A5C-B8C7-596427847C7E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1524000" cy="238125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直線コネクタ 9">
            <a:extLst>
              <a:ext uri="{FF2B5EF4-FFF2-40B4-BE49-F238E27FC236}">
                <a16:creationId xmlns:a16="http://schemas.microsoft.com/office/drawing/2014/main" id="{E41F76AB-1F36-413A-8F11-3A4B556457F6}"/>
              </a:ext>
            </a:extLst>
          </p:cNvPr>
          <p:cNvSpPr>
            <a:spLocks noGrp="1"/>
          </p:cNvSpPr>
          <p:nvPr/>
        </p:nvSpPr>
        <p:spPr>
          <a:xfrm>
            <a:off x="1028700" y="2238375"/>
            <a:ext cx="1524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86B09BB8-63EE-4BBD-90B5-62613F2F92CB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1524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C5159B89-7152-4265-8CB0-2D4E604DB2FD}"/>
              </a:ext>
            </a:extLst>
          </p:cNvPr>
          <p:cNvSpPr>
            <a:spLocks noGrp="1"/>
          </p:cNvSpPr>
          <p:nvPr/>
        </p:nvSpPr>
        <p:spPr>
          <a:xfrm>
            <a:off x="1028700" y="2714625"/>
            <a:ext cx="1524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7F8D4E35-0A20-4689-9746-617620A97217}"/>
              </a:ext>
            </a:extLst>
          </p:cNvPr>
          <p:cNvSpPr>
            <a:spLocks noGrp="1"/>
          </p:cNvSpPr>
          <p:nvPr/>
        </p:nvSpPr>
        <p:spPr>
          <a:xfrm>
            <a:off x="1409700" y="2000250"/>
            <a:ext cx="0" cy="952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79858DB9-1162-412D-A697-80D1C1D78528}"/>
              </a:ext>
            </a:extLst>
          </p:cNvPr>
          <p:cNvSpPr>
            <a:spLocks noGrp="1"/>
          </p:cNvSpPr>
          <p:nvPr/>
        </p:nvSpPr>
        <p:spPr>
          <a:xfrm>
            <a:off x="1790700" y="2000250"/>
            <a:ext cx="0" cy="952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A50C9BFE-4090-4D70-8E96-827AA2589AA9}"/>
              </a:ext>
            </a:extLst>
          </p:cNvPr>
          <p:cNvSpPr>
            <a:spLocks noGrp="1"/>
          </p:cNvSpPr>
          <p:nvPr/>
        </p:nvSpPr>
        <p:spPr>
          <a:xfrm>
            <a:off x="2171700" y="2000250"/>
            <a:ext cx="0" cy="952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32D6A78-B678-437D-B5F2-4BE55F291A67}"/>
              </a:ext>
            </a:extLst>
          </p:cNvPr>
          <p:cNvSpPr>
            <a:spLocks noGrp="1"/>
          </p:cNvSpPr>
          <p:nvPr/>
        </p:nvSpPr>
        <p:spPr>
          <a:xfrm>
            <a:off x="1066800" y="2038350"/>
            <a:ext cx="1447800" cy="2095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ECF4433-C3AB-4D39-8F12-5D31554F05C7}"/>
              </a:ext>
            </a:extLst>
          </p:cNvPr>
          <p:cNvSpPr>
            <a:spLocks noGrp="1"/>
          </p:cNvSpPr>
          <p:nvPr/>
        </p:nvSpPr>
        <p:spPr>
          <a:xfrm>
            <a:off x="1104900" y="206692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        数量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0ED51B-F1F0-43BD-B4B5-B7CFAED6727A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45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67E2532-5D79-4FF7-803C-D98A88DBD8D5}"/>
              </a:ext>
            </a:extLst>
          </p:cNvPr>
          <p:cNvSpPr>
            <a:spLocks noGrp="1"/>
          </p:cNvSpPr>
          <p:nvPr/>
        </p:nvSpPr>
        <p:spPr>
          <a:xfrm>
            <a:off x="4324350" y="15240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3EA5DD0-76B1-4C8C-B1C4-264530AC3D95}"/>
              </a:ext>
            </a:extLst>
          </p:cNvPr>
          <p:cNvSpPr>
            <a:spLocks noGrp="1"/>
          </p:cNvSpPr>
          <p:nvPr/>
        </p:nvSpPr>
        <p:spPr>
          <a:xfrm>
            <a:off x="4143375" y="1949577"/>
            <a:ext cx="1885950" cy="1079183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8618F1-DEFC-45AE-814C-ABE5C8C24A99}"/>
              </a:ext>
            </a:extLst>
          </p:cNvPr>
          <p:cNvSpPr>
            <a:spLocks noGrp="1"/>
          </p:cNvSpPr>
          <p:nvPr/>
        </p:nvSpPr>
        <p:spPr>
          <a:xfrm>
            <a:off x="4143375" y="1949577"/>
            <a:ext cx="1885950" cy="269796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CA0B3949-6AD4-48C8-86F8-728B7C62BEBE}"/>
              </a:ext>
            </a:extLst>
          </p:cNvPr>
          <p:cNvSpPr>
            <a:spLocks noGrp="1"/>
          </p:cNvSpPr>
          <p:nvPr/>
        </p:nvSpPr>
        <p:spPr>
          <a:xfrm>
            <a:off x="4143375" y="2219373"/>
            <a:ext cx="1885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18EC3707-CC01-4E66-822C-990E0EFAE914}"/>
              </a:ext>
            </a:extLst>
          </p:cNvPr>
          <p:cNvSpPr>
            <a:spLocks noGrp="1"/>
          </p:cNvSpPr>
          <p:nvPr/>
        </p:nvSpPr>
        <p:spPr>
          <a:xfrm>
            <a:off x="4143375" y="2489168"/>
            <a:ext cx="1885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C14F1087-0000-42F5-AFCC-30D6AF0D6E22}"/>
              </a:ext>
            </a:extLst>
          </p:cNvPr>
          <p:cNvSpPr>
            <a:spLocks noGrp="1"/>
          </p:cNvSpPr>
          <p:nvPr/>
        </p:nvSpPr>
        <p:spPr>
          <a:xfrm>
            <a:off x="4143375" y="2758964"/>
            <a:ext cx="1885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FEA23105-A063-4B35-A47A-F589CCAE73B3}"/>
              </a:ext>
            </a:extLst>
          </p:cNvPr>
          <p:cNvSpPr>
            <a:spLocks noGrp="1"/>
          </p:cNvSpPr>
          <p:nvPr/>
        </p:nvSpPr>
        <p:spPr>
          <a:xfrm>
            <a:off x="4614863" y="1949577"/>
            <a:ext cx="0" cy="1079183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直線コネクタ 25">
            <a:extLst>
              <a:ext uri="{FF2B5EF4-FFF2-40B4-BE49-F238E27FC236}">
                <a16:creationId xmlns:a16="http://schemas.microsoft.com/office/drawing/2014/main" id="{7A6B2645-C30E-4982-9060-B8322D53C6EF}"/>
              </a:ext>
            </a:extLst>
          </p:cNvPr>
          <p:cNvSpPr>
            <a:spLocks noGrp="1"/>
          </p:cNvSpPr>
          <p:nvPr/>
        </p:nvSpPr>
        <p:spPr>
          <a:xfrm>
            <a:off x="5086350" y="1949577"/>
            <a:ext cx="0" cy="1079183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9BCA8076-92F0-4D96-8FF0-40A89D4B37EE}"/>
              </a:ext>
            </a:extLst>
          </p:cNvPr>
          <p:cNvSpPr>
            <a:spLocks noGrp="1"/>
          </p:cNvSpPr>
          <p:nvPr/>
        </p:nvSpPr>
        <p:spPr>
          <a:xfrm>
            <a:off x="5557838" y="1949577"/>
            <a:ext cx="0" cy="1079183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5E75878-EAA4-4810-99E8-C14D42A58EBE}"/>
              </a:ext>
            </a:extLst>
          </p:cNvPr>
          <p:cNvSpPr>
            <a:spLocks noGrp="1"/>
          </p:cNvSpPr>
          <p:nvPr/>
        </p:nvSpPr>
        <p:spPr>
          <a:xfrm>
            <a:off x="4181475" y="1987677"/>
            <a:ext cx="1809750" cy="238506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13FA809-5712-488C-AB14-268D19F71A88}"/>
              </a:ext>
            </a:extLst>
          </p:cNvPr>
          <p:cNvSpPr>
            <a:spLocks noGrp="1"/>
          </p:cNvSpPr>
          <p:nvPr/>
        </p:nvSpPr>
        <p:spPr>
          <a:xfrm>
            <a:off x="4219575" y="2016252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        数量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ADDDD8D-8017-4832-8727-A3A13393C84B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45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F36C558-AF6C-4D96-98B5-4AF3F2725668}"/>
              </a:ext>
            </a:extLst>
          </p:cNvPr>
          <p:cNvSpPr>
            <a:spLocks noGrp="1"/>
          </p:cNvSpPr>
          <p:nvPr/>
        </p:nvSpPr>
        <p:spPr>
          <a:xfrm>
            <a:off x="7696200" y="15240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2×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151C280-5EC2-41F2-9F01-5B14E1467BBB}"/>
              </a:ext>
            </a:extLst>
          </p:cNvPr>
          <p:cNvSpPr>
            <a:spLocks noGrp="1"/>
          </p:cNvSpPr>
          <p:nvPr/>
        </p:nvSpPr>
        <p:spPr>
          <a:xfrm>
            <a:off x="7296150" y="1888236"/>
            <a:ext cx="2324100" cy="1232535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21C88F5-6E89-4E1B-B26B-4F7B261437DF}"/>
              </a:ext>
            </a:extLst>
          </p:cNvPr>
          <p:cNvSpPr>
            <a:spLocks noGrp="1"/>
          </p:cNvSpPr>
          <p:nvPr/>
        </p:nvSpPr>
        <p:spPr>
          <a:xfrm>
            <a:off x="7296150" y="1888236"/>
            <a:ext cx="2324100" cy="308134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40BF0C6E-B0A1-43B9-AA7B-48C829AD2AAF}"/>
              </a:ext>
            </a:extLst>
          </p:cNvPr>
          <p:cNvSpPr>
            <a:spLocks noGrp="1"/>
          </p:cNvSpPr>
          <p:nvPr/>
        </p:nvSpPr>
        <p:spPr>
          <a:xfrm>
            <a:off x="7296150" y="2196370"/>
            <a:ext cx="23241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1DBCB914-4033-4094-A973-81816D1CF035}"/>
              </a:ext>
            </a:extLst>
          </p:cNvPr>
          <p:cNvSpPr>
            <a:spLocks noGrp="1"/>
          </p:cNvSpPr>
          <p:nvPr/>
        </p:nvSpPr>
        <p:spPr>
          <a:xfrm>
            <a:off x="7296150" y="2504504"/>
            <a:ext cx="23241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1E229473-884D-48BB-A862-43E53F2D84BE}"/>
              </a:ext>
            </a:extLst>
          </p:cNvPr>
          <p:cNvSpPr>
            <a:spLocks noGrp="1"/>
          </p:cNvSpPr>
          <p:nvPr/>
        </p:nvSpPr>
        <p:spPr>
          <a:xfrm>
            <a:off x="7296150" y="2812637"/>
            <a:ext cx="23241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B205EB92-FF97-4D32-80D0-7AAB8C36D590}"/>
              </a:ext>
            </a:extLst>
          </p:cNvPr>
          <p:cNvSpPr>
            <a:spLocks noGrp="1"/>
          </p:cNvSpPr>
          <p:nvPr/>
        </p:nvSpPr>
        <p:spPr>
          <a:xfrm>
            <a:off x="7877175" y="1888236"/>
            <a:ext cx="0" cy="123253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09632D51-61DE-45B7-9DD9-B831B153B7EB}"/>
              </a:ext>
            </a:extLst>
          </p:cNvPr>
          <p:cNvSpPr>
            <a:spLocks noGrp="1"/>
          </p:cNvSpPr>
          <p:nvPr/>
        </p:nvSpPr>
        <p:spPr>
          <a:xfrm>
            <a:off x="8458200" y="1888236"/>
            <a:ext cx="0" cy="123253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FB6CBE2F-9D93-40FD-B86A-D853CB25C793}"/>
              </a:ext>
            </a:extLst>
          </p:cNvPr>
          <p:cNvSpPr>
            <a:spLocks noGrp="1"/>
          </p:cNvSpPr>
          <p:nvPr/>
        </p:nvSpPr>
        <p:spPr>
          <a:xfrm>
            <a:off x="9039225" y="1888236"/>
            <a:ext cx="0" cy="123253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959518A-6831-429E-8CCD-3A392134B393}"/>
              </a:ext>
            </a:extLst>
          </p:cNvPr>
          <p:cNvSpPr>
            <a:spLocks noGrp="1"/>
          </p:cNvSpPr>
          <p:nvPr/>
        </p:nvSpPr>
        <p:spPr>
          <a:xfrm>
            <a:off x="7334250" y="1926336"/>
            <a:ext cx="2247900" cy="273558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9336754-B044-47CF-B8D7-14DF8F32EE1C}"/>
              </a:ext>
            </a:extLst>
          </p:cNvPr>
          <p:cNvSpPr>
            <a:spLocks noGrp="1"/>
          </p:cNvSpPr>
          <p:nvPr/>
        </p:nvSpPr>
        <p:spPr>
          <a:xfrm>
            <a:off x="7372350" y="1954911"/>
            <a:ext cx="2171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        数量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2455AD6-DAC3-4D4A-8F31-4D5DF127701C}"/>
              </a:ext>
            </a:extLst>
          </p:cNvPr>
          <p:cNvSpPr>
            <a:spLocks noGrp="1"/>
          </p:cNvSpPr>
          <p:nvPr/>
        </p:nvSpPr>
        <p:spPr>
          <a:xfrm>
            <a:off x="8229600" y="3448050"/>
            <a:ext cx="45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41BCBA7-113A-47D3-A111-11C7B36977DD}"/>
              </a:ext>
            </a:extLst>
          </p:cNvPr>
          <p:cNvSpPr>
            <a:spLocks noGrp="1"/>
          </p:cNvSpPr>
          <p:nvPr/>
        </p:nvSpPr>
        <p:spPr>
          <a:xfrm>
            <a:off x="3238500" y="4095750"/>
            <a:ext cx="5715000" cy="1295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F71B349-50EB-41CE-8BEB-6397FBEF50AD}"/>
              </a:ext>
            </a:extLst>
          </p:cNvPr>
          <p:cNvSpPr>
            <a:spLocks noGrp="1"/>
          </p:cNvSpPr>
          <p:nvPr/>
        </p:nvSpPr>
        <p:spPr>
          <a:xfrm>
            <a:off x="3429000" y="42672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基準寸法へ正規化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6A86AA2-5E7C-4477-8A81-2FCE93B2D853}"/>
              </a:ext>
            </a:extLst>
          </p:cNvPr>
          <p:cNvSpPr>
            <a:spLocks noGrp="1"/>
          </p:cNvSpPr>
          <p:nvPr/>
        </p:nvSpPr>
        <p:spPr>
          <a:xfrm>
            <a:off x="4800600" y="4686300"/>
            <a:ext cx="2590800" cy="51435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4D530BB-515C-4CAE-B04B-40DE32863AE5}"/>
              </a:ext>
            </a:extLst>
          </p:cNvPr>
          <p:cNvSpPr>
            <a:spLocks noGrp="1"/>
          </p:cNvSpPr>
          <p:nvPr/>
        </p:nvSpPr>
        <p:spPr>
          <a:xfrm>
            <a:off x="4800600" y="4686300"/>
            <a:ext cx="2590800" cy="17145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直線コネクタ 46">
            <a:extLst>
              <a:ext uri="{FF2B5EF4-FFF2-40B4-BE49-F238E27FC236}">
                <a16:creationId xmlns:a16="http://schemas.microsoft.com/office/drawing/2014/main" id="{26CC384A-C6AA-4337-B5BC-996D04DA170F}"/>
              </a:ext>
            </a:extLst>
          </p:cNvPr>
          <p:cNvSpPr>
            <a:spLocks noGrp="1"/>
          </p:cNvSpPr>
          <p:nvPr/>
        </p:nvSpPr>
        <p:spPr>
          <a:xfrm>
            <a:off x="4800600" y="4857750"/>
            <a:ext cx="2590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直線コネクタ 47">
            <a:extLst>
              <a:ext uri="{FF2B5EF4-FFF2-40B4-BE49-F238E27FC236}">
                <a16:creationId xmlns:a16="http://schemas.microsoft.com/office/drawing/2014/main" id="{BF7FC879-8B46-4021-84CA-384FBF1B0159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2590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33C44FB6-B9C8-4933-8FA7-5191BDC79C6C}"/>
              </a:ext>
            </a:extLst>
          </p:cNvPr>
          <p:cNvSpPr>
            <a:spLocks noGrp="1"/>
          </p:cNvSpPr>
          <p:nvPr/>
        </p:nvSpPr>
        <p:spPr>
          <a:xfrm>
            <a:off x="5318760" y="468630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直線コネクタ 49">
            <a:extLst>
              <a:ext uri="{FF2B5EF4-FFF2-40B4-BE49-F238E27FC236}">
                <a16:creationId xmlns:a16="http://schemas.microsoft.com/office/drawing/2014/main" id="{4A311184-A9CE-4BAF-958B-A23EB8229EC9}"/>
              </a:ext>
            </a:extLst>
          </p:cNvPr>
          <p:cNvSpPr>
            <a:spLocks noGrp="1"/>
          </p:cNvSpPr>
          <p:nvPr/>
        </p:nvSpPr>
        <p:spPr>
          <a:xfrm>
            <a:off x="5836920" y="468630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直線コネクタ 50">
            <a:extLst>
              <a:ext uri="{FF2B5EF4-FFF2-40B4-BE49-F238E27FC236}">
                <a16:creationId xmlns:a16="http://schemas.microsoft.com/office/drawing/2014/main" id="{FF58CD04-1070-4A1A-BF30-F988C7BF832D}"/>
              </a:ext>
            </a:extLst>
          </p:cNvPr>
          <p:cNvSpPr>
            <a:spLocks noGrp="1"/>
          </p:cNvSpPr>
          <p:nvPr/>
        </p:nvSpPr>
        <p:spPr>
          <a:xfrm>
            <a:off x="6355080" y="468630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5B14A07C-C733-4F06-987A-DE2A4832ADDB}"/>
              </a:ext>
            </a:extLst>
          </p:cNvPr>
          <p:cNvSpPr>
            <a:spLocks noGrp="1"/>
          </p:cNvSpPr>
          <p:nvPr/>
        </p:nvSpPr>
        <p:spPr>
          <a:xfrm>
            <a:off x="6873240" y="468630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59EB27F-B9ED-466E-9D88-3D93BD4125C1}"/>
              </a:ext>
            </a:extLst>
          </p:cNvPr>
          <p:cNvSpPr>
            <a:spLocks noGrp="1"/>
          </p:cNvSpPr>
          <p:nvPr/>
        </p:nvSpPr>
        <p:spPr>
          <a:xfrm>
            <a:off x="4019550" y="5638800"/>
            <a:ext cx="4152900" cy="3238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E75192B-86D8-4BD5-88DA-024D9B0E5072}"/>
              </a:ext>
            </a:extLst>
          </p:cNvPr>
          <p:cNvSpPr>
            <a:spLocks noGrp="1"/>
          </p:cNvSpPr>
          <p:nvPr/>
        </p:nvSpPr>
        <p:spPr>
          <a:xfrm>
            <a:off x="4114800" y="5686425"/>
            <a:ext cx="3962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同じしきい値で表・距離を判定</a:t>
            </a:r>
          </a:p>
        </p:txBody>
      </p:sp>
      <p:sp>
        <p:nvSpPr>
          <p:cNvPr id="57" name="shape-3">
            <a:extLst>
              <a:ext uri="{FF2B5EF4-FFF2-40B4-BE49-F238E27FC236}">
                <a16:creationId xmlns:a16="http://schemas.microsoft.com/office/drawing/2014/main" id="{05D99D1D-5C6A-B8DE-0D93-08BF0193144E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5499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02E56062-A853-4405-843A-13E746D77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D013BC2-69F4-4D47-8FC1-DC1345081CA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30A680C-B903-481E-BCA3-A77DB90FDA83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08  TABLE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D32889B6-CEA0-4990-9848-45EE58D13BD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見出しの並びと罫線のまとまりで土工表を特定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A0B74BF0-770D-4627-A63E-FF395068E25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文字だけでなく、水平・垂直LINEの連結成分と表の寸法・行数も照合します。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C2A85EE-3DD3-4261-A224-D164FDDB114C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D394DB-4084-4EB6-A369-D33E6793EDED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dirty="0" err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土工数量表</a:t>
            </a:r>
            <a:endParaRPr sz="1275" b="1" dirty="0">
              <a:solidFill>
                <a:srgbClr val="222222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3FDBF5D-CAAC-4A9D-A5C2-D0DE5E35077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62484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E33401C-F36B-4BDC-95A3-1B8562A3E2A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752600" cy="5334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8C2878-4CD6-4AF3-9DC6-CDB9AFFA0066}"/>
              </a:ext>
            </a:extLst>
          </p:cNvPr>
          <p:cNvSpPr>
            <a:spLocks noGrp="1"/>
          </p:cNvSpPr>
          <p:nvPr/>
        </p:nvSpPr>
        <p:spPr>
          <a:xfrm>
            <a:off x="676275" y="1924050"/>
            <a:ext cx="1619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E32E2A0-4B47-42BA-9673-6B2BE23C6C29}"/>
              </a:ext>
            </a:extLst>
          </p:cNvPr>
          <p:cNvSpPr>
            <a:spLocks noGrp="1"/>
          </p:cNvSpPr>
          <p:nvPr/>
        </p:nvSpPr>
        <p:spPr>
          <a:xfrm>
            <a:off x="2362200" y="1885950"/>
            <a:ext cx="2247900" cy="5334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3DC7F9AF-6D2E-4799-9753-475B89635845}"/>
              </a:ext>
            </a:extLst>
          </p:cNvPr>
          <p:cNvSpPr>
            <a:spLocks noGrp="1"/>
          </p:cNvSpPr>
          <p:nvPr/>
        </p:nvSpPr>
        <p:spPr>
          <a:xfrm>
            <a:off x="2362200" y="1885950"/>
            <a:ext cx="0" cy="533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30C51B9-36D0-433E-AE1A-5DCC2AEE3BCD}"/>
              </a:ext>
            </a:extLst>
          </p:cNvPr>
          <p:cNvSpPr>
            <a:spLocks noGrp="1"/>
          </p:cNvSpPr>
          <p:nvPr/>
        </p:nvSpPr>
        <p:spPr>
          <a:xfrm>
            <a:off x="2428875" y="1924050"/>
            <a:ext cx="211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切土(m³)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A6F60D2-8FEB-42C2-9133-FA5CF6A43027}"/>
              </a:ext>
            </a:extLst>
          </p:cNvPr>
          <p:cNvSpPr>
            <a:spLocks noGrp="1"/>
          </p:cNvSpPr>
          <p:nvPr/>
        </p:nvSpPr>
        <p:spPr>
          <a:xfrm>
            <a:off x="4610100" y="1885950"/>
            <a:ext cx="2247900" cy="5334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4EF29EDE-EBCE-46A1-84D0-01888334F2FA}"/>
              </a:ext>
            </a:extLst>
          </p:cNvPr>
          <p:cNvSpPr>
            <a:spLocks noGrp="1"/>
          </p:cNvSpPr>
          <p:nvPr/>
        </p:nvSpPr>
        <p:spPr>
          <a:xfrm>
            <a:off x="4610100" y="1885950"/>
            <a:ext cx="0" cy="533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56DAC61-40BB-47D4-A40F-F3501D320996}"/>
              </a:ext>
            </a:extLst>
          </p:cNvPr>
          <p:cNvSpPr>
            <a:spLocks noGrp="1"/>
          </p:cNvSpPr>
          <p:nvPr/>
        </p:nvSpPr>
        <p:spPr>
          <a:xfrm>
            <a:off x="4676775" y="1924050"/>
            <a:ext cx="2114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盛土(m³)</a:t>
            </a:r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15042A5D-4A34-4386-9DFF-70F6DE9E7A56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7526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EE4FA83-153E-4825-8E3D-0C04277E090F}"/>
              </a:ext>
            </a:extLst>
          </p:cNvPr>
          <p:cNvSpPr>
            <a:spLocks noGrp="1"/>
          </p:cNvSpPr>
          <p:nvPr/>
        </p:nvSpPr>
        <p:spPr>
          <a:xfrm>
            <a:off x="676275" y="24574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4705C4D2-B5A7-4F84-9567-904EEB0FAE73}"/>
              </a:ext>
            </a:extLst>
          </p:cNvPr>
          <p:cNvSpPr>
            <a:spLocks noGrp="1"/>
          </p:cNvSpPr>
          <p:nvPr/>
        </p:nvSpPr>
        <p:spPr>
          <a:xfrm>
            <a:off x="2362200" y="241935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2BCCC62B-5ED0-4612-B3DA-0FA7CC71E8FF}"/>
              </a:ext>
            </a:extLst>
          </p:cNvPr>
          <p:cNvSpPr>
            <a:spLocks noGrp="1"/>
          </p:cNvSpPr>
          <p:nvPr/>
        </p:nvSpPr>
        <p:spPr>
          <a:xfrm>
            <a:off x="2362200" y="241935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431366E-A5AC-495E-B6EE-C1FB2738786E}"/>
              </a:ext>
            </a:extLst>
          </p:cNvPr>
          <p:cNvSpPr>
            <a:spLocks noGrp="1"/>
          </p:cNvSpPr>
          <p:nvPr/>
        </p:nvSpPr>
        <p:spPr>
          <a:xfrm>
            <a:off x="2428875" y="245745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4E277C48-230E-45D1-918D-20AD2E6749D3}"/>
              </a:ext>
            </a:extLst>
          </p:cNvPr>
          <p:cNvSpPr>
            <a:spLocks noGrp="1"/>
          </p:cNvSpPr>
          <p:nvPr/>
        </p:nvSpPr>
        <p:spPr>
          <a:xfrm>
            <a:off x="4610100" y="241935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0983D8F4-2E2F-4849-88E8-13A6984A62F0}"/>
              </a:ext>
            </a:extLst>
          </p:cNvPr>
          <p:cNvSpPr>
            <a:spLocks noGrp="1"/>
          </p:cNvSpPr>
          <p:nvPr/>
        </p:nvSpPr>
        <p:spPr>
          <a:xfrm>
            <a:off x="4610100" y="241935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FBA6B4E-B052-407D-A738-5C31268E465E}"/>
              </a:ext>
            </a:extLst>
          </p:cNvPr>
          <p:cNvSpPr>
            <a:spLocks noGrp="1"/>
          </p:cNvSpPr>
          <p:nvPr/>
        </p:nvSpPr>
        <p:spPr>
          <a:xfrm>
            <a:off x="4676775" y="245745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8.2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F73448E9-9352-4AC4-A14E-1C501FAFE049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7526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866340-AC7E-4B26-B750-4049CACFC631}"/>
              </a:ext>
            </a:extLst>
          </p:cNvPr>
          <p:cNvSpPr>
            <a:spLocks noGrp="1"/>
          </p:cNvSpPr>
          <p:nvPr/>
        </p:nvSpPr>
        <p:spPr>
          <a:xfrm>
            <a:off x="676275" y="308610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C4466349-7206-4006-BD6D-196B8C250C45}"/>
              </a:ext>
            </a:extLst>
          </p:cNvPr>
          <p:cNvSpPr>
            <a:spLocks noGrp="1"/>
          </p:cNvSpPr>
          <p:nvPr/>
        </p:nvSpPr>
        <p:spPr>
          <a:xfrm>
            <a:off x="2362200" y="304800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2C6DDD19-2648-4305-B271-8C7C50740543}"/>
              </a:ext>
            </a:extLst>
          </p:cNvPr>
          <p:cNvSpPr>
            <a:spLocks noGrp="1"/>
          </p:cNvSpPr>
          <p:nvPr/>
        </p:nvSpPr>
        <p:spPr>
          <a:xfrm>
            <a:off x="2362200" y="304800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B524AA8-AB1E-4D14-86AA-A473A16E65EE}"/>
              </a:ext>
            </a:extLst>
          </p:cNvPr>
          <p:cNvSpPr>
            <a:spLocks noGrp="1"/>
          </p:cNvSpPr>
          <p:nvPr/>
        </p:nvSpPr>
        <p:spPr>
          <a:xfrm>
            <a:off x="2428875" y="308610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12.3</a:t>
            </a:r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99AC1907-7F6D-40A7-A191-8B58C9BFA372}"/>
              </a:ext>
            </a:extLst>
          </p:cNvPr>
          <p:cNvSpPr>
            <a:spLocks noGrp="1"/>
          </p:cNvSpPr>
          <p:nvPr/>
        </p:nvSpPr>
        <p:spPr>
          <a:xfrm>
            <a:off x="4610100" y="304800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431D7B89-0E0A-4E7B-A3D5-4178543B535D}"/>
              </a:ext>
            </a:extLst>
          </p:cNvPr>
          <p:cNvSpPr>
            <a:spLocks noGrp="1"/>
          </p:cNvSpPr>
          <p:nvPr/>
        </p:nvSpPr>
        <p:spPr>
          <a:xfrm>
            <a:off x="4610100" y="304800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D20FD1E-0241-472C-839E-4537E977A322}"/>
              </a:ext>
            </a:extLst>
          </p:cNvPr>
          <p:cNvSpPr>
            <a:spLocks noGrp="1"/>
          </p:cNvSpPr>
          <p:nvPr/>
        </p:nvSpPr>
        <p:spPr>
          <a:xfrm>
            <a:off x="4676775" y="308610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0.0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4CF3D012-9367-4213-B6F6-1B4DBA441E4C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7526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7419DFA-BD1B-4979-A961-D44AF3890FFC}"/>
              </a:ext>
            </a:extLst>
          </p:cNvPr>
          <p:cNvSpPr>
            <a:spLocks noGrp="1"/>
          </p:cNvSpPr>
          <p:nvPr/>
        </p:nvSpPr>
        <p:spPr>
          <a:xfrm>
            <a:off x="676275" y="37147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NO.125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9B1E2F6A-B243-4501-B1B9-8BCB6176C128}"/>
              </a:ext>
            </a:extLst>
          </p:cNvPr>
          <p:cNvSpPr>
            <a:spLocks noGrp="1"/>
          </p:cNvSpPr>
          <p:nvPr/>
        </p:nvSpPr>
        <p:spPr>
          <a:xfrm>
            <a:off x="2362200" y="367665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F1ABABB7-1DC9-4B9E-A90B-A01073A4D5A4}"/>
              </a:ext>
            </a:extLst>
          </p:cNvPr>
          <p:cNvSpPr>
            <a:spLocks noGrp="1"/>
          </p:cNvSpPr>
          <p:nvPr/>
        </p:nvSpPr>
        <p:spPr>
          <a:xfrm>
            <a:off x="2362200" y="367665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6C497F2-B39C-4EBB-994D-57752429E45F}"/>
              </a:ext>
            </a:extLst>
          </p:cNvPr>
          <p:cNvSpPr>
            <a:spLocks noGrp="1"/>
          </p:cNvSpPr>
          <p:nvPr/>
        </p:nvSpPr>
        <p:spPr>
          <a:xfrm>
            <a:off x="2428875" y="371475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5.1</a:t>
            </a:r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C307014F-93D7-4FF3-9B07-32CD52E7A9D6}"/>
              </a:ext>
            </a:extLst>
          </p:cNvPr>
          <p:cNvSpPr>
            <a:spLocks noGrp="1"/>
          </p:cNvSpPr>
          <p:nvPr/>
        </p:nvSpPr>
        <p:spPr>
          <a:xfrm>
            <a:off x="4610100" y="367665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4732111C-F52A-41FA-B12A-4601B53C859E}"/>
              </a:ext>
            </a:extLst>
          </p:cNvPr>
          <p:cNvSpPr>
            <a:spLocks noGrp="1"/>
          </p:cNvSpPr>
          <p:nvPr/>
        </p:nvSpPr>
        <p:spPr>
          <a:xfrm>
            <a:off x="4610100" y="367665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1EC51A9-0B92-4857-95F3-27A2A071FF5A}"/>
              </a:ext>
            </a:extLst>
          </p:cNvPr>
          <p:cNvSpPr>
            <a:spLocks noGrp="1"/>
          </p:cNvSpPr>
          <p:nvPr/>
        </p:nvSpPr>
        <p:spPr>
          <a:xfrm>
            <a:off x="4676775" y="371475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3.4</a:t>
            </a:r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F6A81B63-85CB-407A-AA47-C5BB75F8DD4E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7526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17ED0F9-5B3B-4CE5-9900-78898F53AE75}"/>
              </a:ext>
            </a:extLst>
          </p:cNvPr>
          <p:cNvSpPr>
            <a:spLocks noGrp="1"/>
          </p:cNvSpPr>
          <p:nvPr/>
        </p:nvSpPr>
        <p:spPr>
          <a:xfrm>
            <a:off x="676275" y="434340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NO.126</a:t>
            </a:r>
          </a:p>
        </p:txBody>
      </p:sp>
      <p:sp>
        <p:nvSpPr>
          <p:cNvPr id="43" name="直線コネクタ 42">
            <a:extLst>
              <a:ext uri="{FF2B5EF4-FFF2-40B4-BE49-F238E27FC236}">
                <a16:creationId xmlns:a16="http://schemas.microsoft.com/office/drawing/2014/main" id="{A7A919AB-2DAF-4631-9D20-F3AD7951AA07}"/>
              </a:ext>
            </a:extLst>
          </p:cNvPr>
          <p:cNvSpPr>
            <a:spLocks noGrp="1"/>
          </p:cNvSpPr>
          <p:nvPr/>
        </p:nvSpPr>
        <p:spPr>
          <a:xfrm>
            <a:off x="2362200" y="430530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直線コネクタ 43">
            <a:extLst>
              <a:ext uri="{FF2B5EF4-FFF2-40B4-BE49-F238E27FC236}">
                <a16:creationId xmlns:a16="http://schemas.microsoft.com/office/drawing/2014/main" id="{5CB3CF7F-F0BA-4A7D-AB89-CFB4EFF1D159}"/>
              </a:ext>
            </a:extLst>
          </p:cNvPr>
          <p:cNvSpPr>
            <a:spLocks noGrp="1"/>
          </p:cNvSpPr>
          <p:nvPr/>
        </p:nvSpPr>
        <p:spPr>
          <a:xfrm>
            <a:off x="2362200" y="430530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E93153E-3A7A-4EF1-91D5-DFD7ECDED714}"/>
              </a:ext>
            </a:extLst>
          </p:cNvPr>
          <p:cNvSpPr>
            <a:spLocks noGrp="1"/>
          </p:cNvSpPr>
          <p:nvPr/>
        </p:nvSpPr>
        <p:spPr>
          <a:xfrm>
            <a:off x="2428875" y="434340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0.0</a:t>
            </a:r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DC82DD5E-1426-417A-AB86-A04B4303964A}"/>
              </a:ext>
            </a:extLst>
          </p:cNvPr>
          <p:cNvSpPr>
            <a:spLocks noGrp="1"/>
          </p:cNvSpPr>
          <p:nvPr/>
        </p:nvSpPr>
        <p:spPr>
          <a:xfrm>
            <a:off x="4610100" y="4305300"/>
            <a:ext cx="0" cy="6286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直線コネクタ 46">
            <a:extLst>
              <a:ext uri="{FF2B5EF4-FFF2-40B4-BE49-F238E27FC236}">
                <a16:creationId xmlns:a16="http://schemas.microsoft.com/office/drawing/2014/main" id="{48854E5D-EE15-413C-8D0D-92059EED6AE1}"/>
              </a:ext>
            </a:extLst>
          </p:cNvPr>
          <p:cNvSpPr>
            <a:spLocks noGrp="1"/>
          </p:cNvSpPr>
          <p:nvPr/>
        </p:nvSpPr>
        <p:spPr>
          <a:xfrm>
            <a:off x="4610100" y="4305300"/>
            <a:ext cx="2247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DF593B9-15A5-4720-9C5F-3B32F2359056}"/>
              </a:ext>
            </a:extLst>
          </p:cNvPr>
          <p:cNvSpPr>
            <a:spLocks noGrp="1"/>
          </p:cNvSpPr>
          <p:nvPr/>
        </p:nvSpPr>
        <p:spPr>
          <a:xfrm>
            <a:off x="4676775" y="4343400"/>
            <a:ext cx="2114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6.1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F3D1F29-882D-4C56-81E9-F99F53E0538B}"/>
              </a:ext>
            </a:extLst>
          </p:cNvPr>
          <p:cNvSpPr>
            <a:spLocks noGrp="1"/>
          </p:cNvSpPr>
          <p:nvPr/>
        </p:nvSpPr>
        <p:spPr>
          <a:xfrm>
            <a:off x="552450" y="1793986"/>
            <a:ext cx="6362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7F30BF2-64D1-45C4-AA61-932290A93673}"/>
              </a:ext>
            </a:extLst>
          </p:cNvPr>
          <p:cNvSpPr>
            <a:spLocks noGrp="1"/>
          </p:cNvSpPr>
          <p:nvPr/>
        </p:nvSpPr>
        <p:spPr>
          <a:xfrm>
            <a:off x="4895850" y="15621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① 見出しの並び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29BCC1C-B794-4E5B-B9DA-225D931C0CE1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6362700" cy="25908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7AE3D63-20E6-4662-8C93-2232B4DCDF87}"/>
              </a:ext>
            </a:extLst>
          </p:cNvPr>
          <p:cNvSpPr>
            <a:spLocks noGrp="1"/>
          </p:cNvSpPr>
          <p:nvPr/>
        </p:nvSpPr>
        <p:spPr>
          <a:xfrm>
            <a:off x="742950" y="518357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② </a:t>
            </a:r>
            <a:r>
              <a:rPr sz="900" b="1" dirty="0" err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主表罫線のまとまり</a:t>
            </a:r>
            <a:endParaRPr sz="900" b="1" dirty="0">
              <a:solidFill>
                <a:srgbClr val="007E5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7955768-D25C-4A59-BEEE-17AD8F284618}"/>
              </a:ext>
            </a:extLst>
          </p:cNvPr>
          <p:cNvSpPr>
            <a:spLocks noGrp="1"/>
          </p:cNvSpPr>
          <p:nvPr/>
        </p:nvSpPr>
        <p:spPr>
          <a:xfrm>
            <a:off x="1028700" y="5634204"/>
            <a:ext cx="5391150" cy="51435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73DEBD0-8396-44B6-A711-9BFDE72DA692}"/>
              </a:ext>
            </a:extLst>
          </p:cNvPr>
          <p:cNvSpPr>
            <a:spLocks noGrp="1"/>
          </p:cNvSpPr>
          <p:nvPr/>
        </p:nvSpPr>
        <p:spPr>
          <a:xfrm>
            <a:off x="1257300" y="5803683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dirty="0" err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作業土工</a:t>
            </a:r>
            <a:r>
              <a:rPr sz="1125" b="1" dirty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125" b="1" dirty="0" err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小表</a:t>
            </a:r>
            <a:endParaRPr sz="1125" b="1" dirty="0">
              <a:solidFill>
                <a:srgbClr val="222222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6973ED4-6FF7-4AA3-B5E6-08FC16642630}"/>
              </a:ext>
            </a:extLst>
          </p:cNvPr>
          <p:cNvSpPr>
            <a:spLocks noGrp="1"/>
          </p:cNvSpPr>
          <p:nvPr/>
        </p:nvSpPr>
        <p:spPr>
          <a:xfrm>
            <a:off x="2952750" y="5803683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③ </a:t>
            </a:r>
            <a:r>
              <a:rPr sz="975" b="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直下に接続している場合だけ領域へ追加</a:t>
            </a:r>
            <a:endParaRPr sz="97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0A31E84A-F8F4-449A-A942-3DFA9876641B}"/>
              </a:ext>
            </a:extLst>
          </p:cNvPr>
          <p:cNvSpPr>
            <a:spLocks noGrp="1"/>
          </p:cNvSpPr>
          <p:nvPr/>
        </p:nvSpPr>
        <p:spPr>
          <a:xfrm>
            <a:off x="7734300" y="16573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判定のポイント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2CB219F-2F7E-4455-8314-54FE43F6B693}"/>
              </a:ext>
            </a:extLst>
          </p:cNvPr>
          <p:cNvSpPr>
            <a:spLocks noGrp="1"/>
          </p:cNvSpPr>
          <p:nvPr/>
        </p:nvSpPr>
        <p:spPr>
          <a:xfrm>
            <a:off x="7696200" y="222885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E584336-FBBA-472C-8E2F-CC5E0A692BC6}"/>
              </a:ext>
            </a:extLst>
          </p:cNvPr>
          <p:cNvSpPr>
            <a:spLocks noGrp="1"/>
          </p:cNvSpPr>
          <p:nvPr/>
        </p:nvSpPr>
        <p:spPr>
          <a:xfrm>
            <a:off x="7696200" y="21907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DDD2FD6-9981-4A00-84AD-D56320A3D846}"/>
              </a:ext>
            </a:extLst>
          </p:cNvPr>
          <p:cNvSpPr>
            <a:spLocks noGrp="1"/>
          </p:cNvSpPr>
          <p:nvPr/>
        </p:nvSpPr>
        <p:spPr>
          <a:xfrm>
            <a:off x="7943850" y="22098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見出し語の順番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5AA8A2A-E5A1-48AA-9098-1D3F1E9DFA7B}"/>
              </a:ext>
            </a:extLst>
          </p:cNvPr>
          <p:cNvSpPr>
            <a:spLocks noGrp="1"/>
          </p:cNvSpPr>
          <p:nvPr/>
        </p:nvSpPr>
        <p:spPr>
          <a:xfrm>
            <a:off x="7696200" y="274320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667D801-DC17-4343-BCAD-E97682944C9B}"/>
              </a:ext>
            </a:extLst>
          </p:cNvPr>
          <p:cNvSpPr>
            <a:spLocks noGrp="1"/>
          </p:cNvSpPr>
          <p:nvPr/>
        </p:nvSpPr>
        <p:spPr>
          <a:xfrm>
            <a:off x="7696200" y="27051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0CA4278-2F84-4ABD-97B3-E212FFD20A05}"/>
              </a:ext>
            </a:extLst>
          </p:cNvPr>
          <p:cNvSpPr>
            <a:spLocks noGrp="1"/>
          </p:cNvSpPr>
          <p:nvPr/>
        </p:nvSpPr>
        <p:spPr>
          <a:xfrm>
            <a:off x="7943850" y="27241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罫線の連結まとまり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F644110-9A3F-4067-A91F-5B1170DEB919}"/>
              </a:ext>
            </a:extLst>
          </p:cNvPr>
          <p:cNvSpPr>
            <a:spLocks noGrp="1"/>
          </p:cNvSpPr>
          <p:nvPr/>
        </p:nvSpPr>
        <p:spPr>
          <a:xfrm>
            <a:off x="7696200" y="325755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85B6B3DF-E78B-4881-B9DA-F7B2F0C811B3}"/>
              </a:ext>
            </a:extLst>
          </p:cNvPr>
          <p:cNvSpPr>
            <a:spLocks noGrp="1"/>
          </p:cNvSpPr>
          <p:nvPr/>
        </p:nvSpPr>
        <p:spPr>
          <a:xfrm>
            <a:off x="7696200" y="32194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7BB8BD02-6BC3-4E23-AEF4-7045E31D2C84}"/>
              </a:ext>
            </a:extLst>
          </p:cNvPr>
          <p:cNvSpPr>
            <a:spLocks noGrp="1"/>
          </p:cNvSpPr>
          <p:nvPr/>
        </p:nvSpPr>
        <p:spPr>
          <a:xfrm>
            <a:off x="7943850" y="32385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幅・高さ・LINE本数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0D20233-3DA7-4EA4-8599-A01002E5A4FB}"/>
              </a:ext>
            </a:extLst>
          </p:cNvPr>
          <p:cNvSpPr>
            <a:spLocks noGrp="1"/>
          </p:cNvSpPr>
          <p:nvPr/>
        </p:nvSpPr>
        <p:spPr>
          <a:xfrm>
            <a:off x="7696200" y="3771900"/>
            <a:ext cx="152400" cy="152400"/>
          </a:xfrm>
          <a:prstGeom prst="rect">
            <a:avLst/>
          </a:prstGeom>
          <a:solidFill>
            <a:srgbClr val="01A173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BA3D966-0990-4341-A4BE-8AFBEDD95DED}"/>
              </a:ext>
            </a:extLst>
          </p:cNvPr>
          <p:cNvSpPr>
            <a:spLocks noGrp="1"/>
          </p:cNvSpPr>
          <p:nvPr/>
        </p:nvSpPr>
        <p:spPr>
          <a:xfrm>
            <a:off x="7696200" y="37338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3FF9BDC-E839-4C73-887B-4A297A70B82A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数量の配置</a:t>
            </a:r>
          </a:p>
        </p:txBody>
      </p:sp>
      <p:sp>
        <p:nvSpPr>
          <p:cNvPr id="69" name="直線コネクタ 68">
            <a:extLst>
              <a:ext uri="{FF2B5EF4-FFF2-40B4-BE49-F238E27FC236}">
                <a16:creationId xmlns:a16="http://schemas.microsoft.com/office/drawing/2014/main" id="{AEFFB64F-428C-4577-8C36-D48D24103295}"/>
              </a:ext>
            </a:extLst>
          </p:cNvPr>
          <p:cNvSpPr>
            <a:spLocks noGrp="1"/>
          </p:cNvSpPr>
          <p:nvPr/>
        </p:nvSpPr>
        <p:spPr>
          <a:xfrm>
            <a:off x="7696200" y="4324350"/>
            <a:ext cx="3524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9B06CA3-74BF-4D11-B493-8DADE3E0A718}"/>
              </a:ext>
            </a:extLst>
          </p:cNvPr>
          <p:cNvSpPr>
            <a:spLocks noGrp="1"/>
          </p:cNvSpPr>
          <p:nvPr/>
        </p:nvSpPr>
        <p:spPr>
          <a:xfrm>
            <a:off x="7696200" y="4591050"/>
            <a:ext cx="3524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一つでも構造が合わなければ、</a:t>
            </a:r>
          </a:p>
          <a:p>
            <a:pPr algn="l">
              <a:def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別の表として推測しません。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00C38CFA-82AD-424B-8DF8-2171D1F1501C}"/>
              </a:ext>
            </a:extLst>
          </p:cNvPr>
          <p:cNvSpPr>
            <a:spLocks noGrp="1"/>
          </p:cNvSpPr>
          <p:nvPr/>
        </p:nvSpPr>
        <p:spPr>
          <a:xfrm>
            <a:off x="8020050" y="5467350"/>
            <a:ext cx="2762250" cy="3429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A8069E7-3AD0-431C-B182-15D003B6C973}"/>
              </a:ext>
            </a:extLst>
          </p:cNvPr>
          <p:cNvSpPr>
            <a:spLocks noGrp="1"/>
          </p:cNvSpPr>
          <p:nvPr/>
        </p:nvSpPr>
        <p:spPr>
          <a:xfrm>
            <a:off x="8115300" y="5514975"/>
            <a:ext cx="2571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構造で識別</a:t>
            </a:r>
          </a:p>
        </p:txBody>
      </p:sp>
      <p:sp>
        <p:nvSpPr>
          <p:cNvPr id="75" name="shape-3">
            <a:extLst>
              <a:ext uri="{FF2B5EF4-FFF2-40B4-BE49-F238E27FC236}">
                <a16:creationId xmlns:a16="http://schemas.microsoft.com/office/drawing/2014/main" id="{2A4C5C4E-ECEF-DF95-317C-831222B0B5CE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452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771A6958-9DD9-4D55-AFEA-ED094EB956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DB5D03B-3685-460E-B1A4-FF1FDE65BC1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BE2754B-1BB0-4369-AC7B-B3C00FB630EF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09  FORMATS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DCC81196-D132-4695-A71A-A0DF5D433E6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3種類の表を、ファイル名ではなく構造から読み分ける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D4F1A96A-DDF2-4267-B908-0C85E6AF6A8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同じDXF内でも、見出し・罫線・種別と区分の組み合わせから形式を選びます。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B167487-E317-4674-896F-A1F12086C812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7E4CC2-8635-43B5-A8A6-12910BCB29BD}"/>
              </a:ext>
            </a:extLst>
          </p:cNvPr>
          <p:cNvSpPr>
            <a:spLocks noGrp="1"/>
          </p:cNvSpPr>
          <p:nvPr/>
        </p:nvSpPr>
        <p:spPr>
          <a:xfrm>
            <a:off x="514350" y="17716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lang="ja-JP" altLang="en-US" sz="120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基本</a:t>
            </a:r>
            <a:r>
              <a:rPr sz="120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8AF1861-6EF7-4CCC-B312-BC82BCEFBBEB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33337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00FC03-EE6E-498C-9D6A-17F0BAA6F219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CDC85F-D1F4-40C5-9A63-41A546D38FB3}"/>
              </a:ext>
            </a:extLst>
          </p:cNvPr>
          <p:cNvSpPr>
            <a:spLocks noGrp="1"/>
          </p:cNvSpPr>
          <p:nvPr/>
        </p:nvSpPr>
        <p:spPr>
          <a:xfrm>
            <a:off x="58102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種別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DB15F1-9C2F-4CA1-B444-9937EA94969C}"/>
              </a:ext>
            </a:extLst>
          </p:cNvPr>
          <p:cNvSpPr>
            <a:spLocks noGrp="1"/>
          </p:cNvSpPr>
          <p:nvPr/>
        </p:nvSpPr>
        <p:spPr>
          <a:xfrm>
            <a:off x="162560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48FB303D-2339-435E-8F7E-E3A9DB5F1640}"/>
              </a:ext>
            </a:extLst>
          </p:cNvPr>
          <p:cNvSpPr>
            <a:spLocks noGrp="1"/>
          </p:cNvSpPr>
          <p:nvPr/>
        </p:nvSpPr>
        <p:spPr>
          <a:xfrm>
            <a:off x="162560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66C9DF2-9208-42D6-90F6-F5FD83D20C2F}"/>
              </a:ext>
            </a:extLst>
          </p:cNvPr>
          <p:cNvSpPr>
            <a:spLocks noGrp="1"/>
          </p:cNvSpPr>
          <p:nvPr/>
        </p:nvSpPr>
        <p:spPr>
          <a:xfrm>
            <a:off x="169227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単位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08F414B-2803-41FC-8AA8-ED868104A711}"/>
              </a:ext>
            </a:extLst>
          </p:cNvPr>
          <p:cNvSpPr>
            <a:spLocks noGrp="1"/>
          </p:cNvSpPr>
          <p:nvPr/>
        </p:nvSpPr>
        <p:spPr>
          <a:xfrm>
            <a:off x="273685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63D1538A-CA7B-4F5F-A52E-B99EF5819484}"/>
              </a:ext>
            </a:extLst>
          </p:cNvPr>
          <p:cNvSpPr>
            <a:spLocks noGrp="1"/>
          </p:cNvSpPr>
          <p:nvPr/>
        </p:nvSpPr>
        <p:spPr>
          <a:xfrm>
            <a:off x="273685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79CB965-5CF6-425A-962D-058ABF5583E6}"/>
              </a:ext>
            </a:extLst>
          </p:cNvPr>
          <p:cNvSpPr>
            <a:spLocks noGrp="1"/>
          </p:cNvSpPr>
          <p:nvPr/>
        </p:nvSpPr>
        <p:spPr>
          <a:xfrm>
            <a:off x="280352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数量</a:t>
            </a:r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BB9E5256-97AA-43B4-B5C6-47DDD9192195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8B5A92-5028-4916-967F-568F73544AFA}"/>
              </a:ext>
            </a:extLst>
          </p:cNvPr>
          <p:cNvSpPr>
            <a:spLocks noGrp="1"/>
          </p:cNvSpPr>
          <p:nvPr/>
        </p:nvSpPr>
        <p:spPr>
          <a:xfrm>
            <a:off x="58102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FDB1FE14-2952-44C6-8D49-D45DB2CC3A68}"/>
              </a:ext>
            </a:extLst>
          </p:cNvPr>
          <p:cNvSpPr>
            <a:spLocks noGrp="1"/>
          </p:cNvSpPr>
          <p:nvPr/>
        </p:nvSpPr>
        <p:spPr>
          <a:xfrm>
            <a:off x="162560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C38F89FE-3B72-4F78-9B2E-0640B1C8E568}"/>
              </a:ext>
            </a:extLst>
          </p:cNvPr>
          <p:cNvSpPr>
            <a:spLocks noGrp="1"/>
          </p:cNvSpPr>
          <p:nvPr/>
        </p:nvSpPr>
        <p:spPr>
          <a:xfrm>
            <a:off x="162560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EFD68C9-4BA8-4190-A7C9-E0CAE7D41828}"/>
              </a:ext>
            </a:extLst>
          </p:cNvPr>
          <p:cNvSpPr>
            <a:spLocks noGrp="1"/>
          </p:cNvSpPr>
          <p:nvPr/>
        </p:nvSpPr>
        <p:spPr>
          <a:xfrm>
            <a:off x="169227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m³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8FB0568B-9EC8-46C7-9223-6BD2191CA2AF}"/>
              </a:ext>
            </a:extLst>
          </p:cNvPr>
          <p:cNvSpPr>
            <a:spLocks noGrp="1"/>
          </p:cNvSpPr>
          <p:nvPr/>
        </p:nvSpPr>
        <p:spPr>
          <a:xfrm>
            <a:off x="273685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3811D9C0-C8E0-4DB9-B197-368E14B99ED0}"/>
              </a:ext>
            </a:extLst>
          </p:cNvPr>
          <p:cNvSpPr>
            <a:spLocks noGrp="1"/>
          </p:cNvSpPr>
          <p:nvPr/>
        </p:nvSpPr>
        <p:spPr>
          <a:xfrm>
            <a:off x="273685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D18B08-7C92-4542-B5C2-9D2BEEAB2EAB}"/>
              </a:ext>
            </a:extLst>
          </p:cNvPr>
          <p:cNvSpPr>
            <a:spLocks noGrp="1"/>
          </p:cNvSpPr>
          <p:nvPr/>
        </p:nvSpPr>
        <p:spPr>
          <a:xfrm>
            <a:off x="280352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9236AE1E-FB2B-4AE2-ABB2-9D0035E3C5F0}"/>
              </a:ext>
            </a:extLst>
          </p:cNvPr>
          <p:cNvSpPr>
            <a:spLocks noGrp="1"/>
          </p:cNvSpPr>
          <p:nvPr/>
        </p:nvSpPr>
        <p:spPr>
          <a:xfrm>
            <a:off x="51435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335875A-AD5D-46F3-A100-216225181A3B}"/>
              </a:ext>
            </a:extLst>
          </p:cNvPr>
          <p:cNvSpPr>
            <a:spLocks noGrp="1"/>
          </p:cNvSpPr>
          <p:nvPr/>
        </p:nvSpPr>
        <p:spPr>
          <a:xfrm>
            <a:off x="58102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23CD29F6-74F1-479D-93EA-849312B3A63F}"/>
              </a:ext>
            </a:extLst>
          </p:cNvPr>
          <p:cNvSpPr>
            <a:spLocks noGrp="1"/>
          </p:cNvSpPr>
          <p:nvPr/>
        </p:nvSpPr>
        <p:spPr>
          <a:xfrm>
            <a:off x="162560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D9CA1677-EF8F-491E-983B-F8C40E87E76C}"/>
              </a:ext>
            </a:extLst>
          </p:cNvPr>
          <p:cNvSpPr>
            <a:spLocks noGrp="1"/>
          </p:cNvSpPr>
          <p:nvPr/>
        </p:nvSpPr>
        <p:spPr>
          <a:xfrm>
            <a:off x="162560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3FDFEBF-6D29-4250-A3A1-BD8C7BF244A0}"/>
              </a:ext>
            </a:extLst>
          </p:cNvPr>
          <p:cNvSpPr>
            <a:spLocks noGrp="1"/>
          </p:cNvSpPr>
          <p:nvPr/>
        </p:nvSpPr>
        <p:spPr>
          <a:xfrm>
            <a:off x="169227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m³</a:t>
            </a:r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88F12043-3968-4A53-B05C-A176944FDECC}"/>
              </a:ext>
            </a:extLst>
          </p:cNvPr>
          <p:cNvSpPr>
            <a:spLocks noGrp="1"/>
          </p:cNvSpPr>
          <p:nvPr/>
        </p:nvSpPr>
        <p:spPr>
          <a:xfrm>
            <a:off x="273685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66610009-1B31-4D5A-BC58-7AF63847FA6D}"/>
              </a:ext>
            </a:extLst>
          </p:cNvPr>
          <p:cNvSpPr>
            <a:spLocks noGrp="1"/>
          </p:cNvSpPr>
          <p:nvPr/>
        </p:nvSpPr>
        <p:spPr>
          <a:xfrm>
            <a:off x="273685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9038E9A-DE72-4B3F-A8ED-17FA5369D689}"/>
              </a:ext>
            </a:extLst>
          </p:cNvPr>
          <p:cNvSpPr>
            <a:spLocks noGrp="1"/>
          </p:cNvSpPr>
          <p:nvPr/>
        </p:nvSpPr>
        <p:spPr>
          <a:xfrm>
            <a:off x="280352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8.2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86BC41B9-79F9-4B29-AFE9-E36119081EF0}"/>
              </a:ext>
            </a:extLst>
          </p:cNvPr>
          <p:cNvSpPr>
            <a:spLocks noGrp="1"/>
          </p:cNvSpPr>
          <p:nvPr/>
        </p:nvSpPr>
        <p:spPr>
          <a:xfrm>
            <a:off x="51435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76B237-9139-408C-9CFF-0217525B908C}"/>
              </a:ext>
            </a:extLst>
          </p:cNvPr>
          <p:cNvSpPr>
            <a:spLocks noGrp="1"/>
          </p:cNvSpPr>
          <p:nvPr/>
        </p:nvSpPr>
        <p:spPr>
          <a:xfrm>
            <a:off x="58102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埋戻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FEB89A33-B4C7-4C79-A781-4278CE34D679}"/>
              </a:ext>
            </a:extLst>
          </p:cNvPr>
          <p:cNvSpPr>
            <a:spLocks noGrp="1"/>
          </p:cNvSpPr>
          <p:nvPr/>
        </p:nvSpPr>
        <p:spPr>
          <a:xfrm>
            <a:off x="162560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896039A8-06A6-465C-B324-19001A141FA0}"/>
              </a:ext>
            </a:extLst>
          </p:cNvPr>
          <p:cNvSpPr>
            <a:spLocks noGrp="1"/>
          </p:cNvSpPr>
          <p:nvPr/>
        </p:nvSpPr>
        <p:spPr>
          <a:xfrm>
            <a:off x="162560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EE42B02-22CF-45F5-9DD3-DF8FF1D48326}"/>
              </a:ext>
            </a:extLst>
          </p:cNvPr>
          <p:cNvSpPr>
            <a:spLocks noGrp="1"/>
          </p:cNvSpPr>
          <p:nvPr/>
        </p:nvSpPr>
        <p:spPr>
          <a:xfrm>
            <a:off x="169227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m³</a:t>
            </a:r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379D3A13-68A6-4EAA-B799-384E8075E9A4}"/>
              </a:ext>
            </a:extLst>
          </p:cNvPr>
          <p:cNvSpPr>
            <a:spLocks noGrp="1"/>
          </p:cNvSpPr>
          <p:nvPr/>
        </p:nvSpPr>
        <p:spPr>
          <a:xfrm>
            <a:off x="273685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8273AED4-4FC6-4A6C-9915-EDF1B09BEC67}"/>
              </a:ext>
            </a:extLst>
          </p:cNvPr>
          <p:cNvSpPr>
            <a:spLocks noGrp="1"/>
          </p:cNvSpPr>
          <p:nvPr/>
        </p:nvSpPr>
        <p:spPr>
          <a:xfrm>
            <a:off x="273685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F2038AE-F2F6-489D-B937-02A8AB5A30AA}"/>
              </a:ext>
            </a:extLst>
          </p:cNvPr>
          <p:cNvSpPr>
            <a:spLocks noGrp="1"/>
          </p:cNvSpPr>
          <p:nvPr/>
        </p:nvSpPr>
        <p:spPr>
          <a:xfrm>
            <a:off x="280352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1.1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287099C-B38D-435A-B401-BF48B44F5E71}"/>
              </a:ext>
            </a:extLst>
          </p:cNvPr>
          <p:cNvSpPr>
            <a:spLocks noGrp="1"/>
          </p:cNvSpPr>
          <p:nvPr/>
        </p:nvSpPr>
        <p:spPr>
          <a:xfrm>
            <a:off x="4419600" y="17716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階層型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260C819-70FB-4486-A761-4885AD0F0EB6}"/>
              </a:ext>
            </a:extLst>
          </p:cNvPr>
          <p:cNvSpPr>
            <a:spLocks noGrp="1"/>
          </p:cNvSpPr>
          <p:nvPr/>
        </p:nvSpPr>
        <p:spPr>
          <a:xfrm>
            <a:off x="4419600" y="2095500"/>
            <a:ext cx="33337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0365D97-560F-49E2-A21F-D02F9DABC592}"/>
              </a:ext>
            </a:extLst>
          </p:cNvPr>
          <p:cNvSpPr>
            <a:spLocks noGrp="1"/>
          </p:cNvSpPr>
          <p:nvPr/>
        </p:nvSpPr>
        <p:spPr>
          <a:xfrm>
            <a:off x="441960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0F0FFE2-B24B-4F91-B083-F385950AE9E7}"/>
              </a:ext>
            </a:extLst>
          </p:cNvPr>
          <p:cNvSpPr>
            <a:spLocks noGrp="1"/>
          </p:cNvSpPr>
          <p:nvPr/>
        </p:nvSpPr>
        <p:spPr>
          <a:xfrm>
            <a:off x="448627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種別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CF9A73E-E957-41C6-B11B-1BB31C2BB249}"/>
              </a:ext>
            </a:extLst>
          </p:cNvPr>
          <p:cNvSpPr>
            <a:spLocks noGrp="1"/>
          </p:cNvSpPr>
          <p:nvPr/>
        </p:nvSpPr>
        <p:spPr>
          <a:xfrm>
            <a:off x="553085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6F9A0117-8A21-4BF0-8B29-FC93A4207258}"/>
              </a:ext>
            </a:extLst>
          </p:cNvPr>
          <p:cNvSpPr>
            <a:spLocks noGrp="1"/>
          </p:cNvSpPr>
          <p:nvPr/>
        </p:nvSpPr>
        <p:spPr>
          <a:xfrm>
            <a:off x="553085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642BF34-B353-45D2-B656-C67161455C3C}"/>
              </a:ext>
            </a:extLst>
          </p:cNvPr>
          <p:cNvSpPr>
            <a:spLocks noGrp="1"/>
          </p:cNvSpPr>
          <p:nvPr/>
        </p:nvSpPr>
        <p:spPr>
          <a:xfrm>
            <a:off x="559752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区分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1095FB9-7B2F-45A8-9902-858031D04EF2}"/>
              </a:ext>
            </a:extLst>
          </p:cNvPr>
          <p:cNvSpPr>
            <a:spLocks noGrp="1"/>
          </p:cNvSpPr>
          <p:nvPr/>
        </p:nvSpPr>
        <p:spPr>
          <a:xfrm>
            <a:off x="664210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2CE1BDF2-E2E9-4360-8AE6-83F6020B7868}"/>
              </a:ext>
            </a:extLst>
          </p:cNvPr>
          <p:cNvSpPr>
            <a:spLocks noGrp="1"/>
          </p:cNvSpPr>
          <p:nvPr/>
        </p:nvSpPr>
        <p:spPr>
          <a:xfrm>
            <a:off x="664210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7ED21CC-18A6-449D-9C46-218384863C5E}"/>
              </a:ext>
            </a:extLst>
          </p:cNvPr>
          <p:cNvSpPr>
            <a:spLocks noGrp="1"/>
          </p:cNvSpPr>
          <p:nvPr/>
        </p:nvSpPr>
        <p:spPr>
          <a:xfrm>
            <a:off x="670877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数量</a:t>
            </a:r>
          </a:p>
        </p:txBody>
      </p:sp>
      <p:sp>
        <p:nvSpPr>
          <p:cNvPr id="51" name="直線コネクタ 50">
            <a:extLst>
              <a:ext uri="{FF2B5EF4-FFF2-40B4-BE49-F238E27FC236}">
                <a16:creationId xmlns:a16="http://schemas.microsoft.com/office/drawing/2014/main" id="{5F3B2226-0BC5-40D1-80EF-2821E6109389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61D91C15-8B44-46DA-86CA-8388C8FCB057}"/>
              </a:ext>
            </a:extLst>
          </p:cNvPr>
          <p:cNvSpPr>
            <a:spLocks noGrp="1"/>
          </p:cNvSpPr>
          <p:nvPr/>
        </p:nvSpPr>
        <p:spPr>
          <a:xfrm>
            <a:off x="448627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土工</a:t>
            </a:r>
          </a:p>
        </p:txBody>
      </p:sp>
      <p:sp>
        <p:nvSpPr>
          <p:cNvPr id="53" name="直線コネクタ 52">
            <a:extLst>
              <a:ext uri="{FF2B5EF4-FFF2-40B4-BE49-F238E27FC236}">
                <a16:creationId xmlns:a16="http://schemas.microsoft.com/office/drawing/2014/main" id="{34E96114-7698-4847-BBA6-794F6A5CCC82}"/>
              </a:ext>
            </a:extLst>
          </p:cNvPr>
          <p:cNvSpPr>
            <a:spLocks noGrp="1"/>
          </p:cNvSpPr>
          <p:nvPr/>
        </p:nvSpPr>
        <p:spPr>
          <a:xfrm>
            <a:off x="553085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直線コネクタ 53">
            <a:extLst>
              <a:ext uri="{FF2B5EF4-FFF2-40B4-BE49-F238E27FC236}">
                <a16:creationId xmlns:a16="http://schemas.microsoft.com/office/drawing/2014/main" id="{3BE62BBE-4F9F-4A66-905F-D238BE9E9D64}"/>
              </a:ext>
            </a:extLst>
          </p:cNvPr>
          <p:cNvSpPr>
            <a:spLocks noGrp="1"/>
          </p:cNvSpPr>
          <p:nvPr/>
        </p:nvSpPr>
        <p:spPr>
          <a:xfrm>
            <a:off x="553085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C4FBD16-C6FB-4EB9-BA64-E8C5912CDB3F}"/>
              </a:ext>
            </a:extLst>
          </p:cNvPr>
          <p:cNvSpPr>
            <a:spLocks noGrp="1"/>
          </p:cNvSpPr>
          <p:nvPr/>
        </p:nvSpPr>
        <p:spPr>
          <a:xfrm>
            <a:off x="559752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56" name="直線コネクタ 55">
            <a:extLst>
              <a:ext uri="{FF2B5EF4-FFF2-40B4-BE49-F238E27FC236}">
                <a16:creationId xmlns:a16="http://schemas.microsoft.com/office/drawing/2014/main" id="{18F0D18C-81C2-4B75-A66F-829CFC3E36F6}"/>
              </a:ext>
            </a:extLst>
          </p:cNvPr>
          <p:cNvSpPr>
            <a:spLocks noGrp="1"/>
          </p:cNvSpPr>
          <p:nvPr/>
        </p:nvSpPr>
        <p:spPr>
          <a:xfrm>
            <a:off x="664210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直線コネクタ 56">
            <a:extLst>
              <a:ext uri="{FF2B5EF4-FFF2-40B4-BE49-F238E27FC236}">
                <a16:creationId xmlns:a16="http://schemas.microsoft.com/office/drawing/2014/main" id="{3768720B-CD1B-4E0B-B88E-3C72C03AEC12}"/>
              </a:ext>
            </a:extLst>
          </p:cNvPr>
          <p:cNvSpPr>
            <a:spLocks noGrp="1"/>
          </p:cNvSpPr>
          <p:nvPr/>
        </p:nvSpPr>
        <p:spPr>
          <a:xfrm>
            <a:off x="664210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22F0F98-FE61-468C-AF93-C740B7C41896}"/>
              </a:ext>
            </a:extLst>
          </p:cNvPr>
          <p:cNvSpPr>
            <a:spLocks noGrp="1"/>
          </p:cNvSpPr>
          <p:nvPr/>
        </p:nvSpPr>
        <p:spPr>
          <a:xfrm>
            <a:off x="670877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59" name="直線コネクタ 58">
            <a:extLst>
              <a:ext uri="{FF2B5EF4-FFF2-40B4-BE49-F238E27FC236}">
                <a16:creationId xmlns:a16="http://schemas.microsoft.com/office/drawing/2014/main" id="{68DDC6E6-4A9D-4580-9E0E-C220EB0DC1D0}"/>
              </a:ext>
            </a:extLst>
          </p:cNvPr>
          <p:cNvSpPr>
            <a:spLocks noGrp="1"/>
          </p:cNvSpPr>
          <p:nvPr/>
        </p:nvSpPr>
        <p:spPr>
          <a:xfrm>
            <a:off x="441960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DBFFC6B-16B4-455D-BDE0-B3E629D5083A}"/>
              </a:ext>
            </a:extLst>
          </p:cNvPr>
          <p:cNvSpPr>
            <a:spLocks noGrp="1"/>
          </p:cNvSpPr>
          <p:nvPr/>
        </p:nvSpPr>
        <p:spPr>
          <a:xfrm>
            <a:off x="448627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土工</a:t>
            </a:r>
          </a:p>
        </p:txBody>
      </p:sp>
      <p:sp>
        <p:nvSpPr>
          <p:cNvPr id="61" name="直線コネクタ 60">
            <a:extLst>
              <a:ext uri="{FF2B5EF4-FFF2-40B4-BE49-F238E27FC236}">
                <a16:creationId xmlns:a16="http://schemas.microsoft.com/office/drawing/2014/main" id="{5B02E54C-897A-40D2-A532-65C7B487FD2C}"/>
              </a:ext>
            </a:extLst>
          </p:cNvPr>
          <p:cNvSpPr>
            <a:spLocks noGrp="1"/>
          </p:cNvSpPr>
          <p:nvPr/>
        </p:nvSpPr>
        <p:spPr>
          <a:xfrm>
            <a:off x="553085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直線コネクタ 61">
            <a:extLst>
              <a:ext uri="{FF2B5EF4-FFF2-40B4-BE49-F238E27FC236}">
                <a16:creationId xmlns:a16="http://schemas.microsoft.com/office/drawing/2014/main" id="{D9ED977F-3B62-4F5F-87E6-CB868D691C0B}"/>
              </a:ext>
            </a:extLst>
          </p:cNvPr>
          <p:cNvSpPr>
            <a:spLocks noGrp="1"/>
          </p:cNvSpPr>
          <p:nvPr/>
        </p:nvSpPr>
        <p:spPr>
          <a:xfrm>
            <a:off x="553085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391EBF6-5E75-41A7-AA7A-1B6D4F339583}"/>
              </a:ext>
            </a:extLst>
          </p:cNvPr>
          <p:cNvSpPr>
            <a:spLocks noGrp="1"/>
          </p:cNvSpPr>
          <p:nvPr/>
        </p:nvSpPr>
        <p:spPr>
          <a:xfrm>
            <a:off x="559752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64" name="直線コネクタ 63">
            <a:extLst>
              <a:ext uri="{FF2B5EF4-FFF2-40B4-BE49-F238E27FC236}">
                <a16:creationId xmlns:a16="http://schemas.microsoft.com/office/drawing/2014/main" id="{3FEF6B16-F49C-4B83-B858-D562CBAF95B7}"/>
              </a:ext>
            </a:extLst>
          </p:cNvPr>
          <p:cNvSpPr>
            <a:spLocks noGrp="1"/>
          </p:cNvSpPr>
          <p:nvPr/>
        </p:nvSpPr>
        <p:spPr>
          <a:xfrm>
            <a:off x="664210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直線コネクタ 64">
            <a:extLst>
              <a:ext uri="{FF2B5EF4-FFF2-40B4-BE49-F238E27FC236}">
                <a16:creationId xmlns:a16="http://schemas.microsoft.com/office/drawing/2014/main" id="{9380F354-D915-4713-B8AF-B0EE34B94605}"/>
              </a:ext>
            </a:extLst>
          </p:cNvPr>
          <p:cNvSpPr>
            <a:spLocks noGrp="1"/>
          </p:cNvSpPr>
          <p:nvPr/>
        </p:nvSpPr>
        <p:spPr>
          <a:xfrm>
            <a:off x="664210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7DAB161C-42CE-497B-B3CF-F32B58AD9344}"/>
              </a:ext>
            </a:extLst>
          </p:cNvPr>
          <p:cNvSpPr>
            <a:spLocks noGrp="1"/>
          </p:cNvSpPr>
          <p:nvPr/>
        </p:nvSpPr>
        <p:spPr>
          <a:xfrm>
            <a:off x="670877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8.2</a:t>
            </a:r>
          </a:p>
        </p:txBody>
      </p:sp>
      <p:sp>
        <p:nvSpPr>
          <p:cNvPr id="67" name="直線コネクタ 66">
            <a:extLst>
              <a:ext uri="{FF2B5EF4-FFF2-40B4-BE49-F238E27FC236}">
                <a16:creationId xmlns:a16="http://schemas.microsoft.com/office/drawing/2014/main" id="{04C13644-26F6-48A1-9A47-2B1B3F80D317}"/>
              </a:ext>
            </a:extLst>
          </p:cNvPr>
          <p:cNvSpPr>
            <a:spLocks noGrp="1"/>
          </p:cNvSpPr>
          <p:nvPr/>
        </p:nvSpPr>
        <p:spPr>
          <a:xfrm>
            <a:off x="441960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641D62C-E202-4FDD-B956-425CC25FC7E3}"/>
              </a:ext>
            </a:extLst>
          </p:cNvPr>
          <p:cNvSpPr>
            <a:spLocks noGrp="1"/>
          </p:cNvSpPr>
          <p:nvPr/>
        </p:nvSpPr>
        <p:spPr>
          <a:xfrm>
            <a:off x="448627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法面</a:t>
            </a:r>
          </a:p>
        </p:txBody>
      </p:sp>
      <p:sp>
        <p:nvSpPr>
          <p:cNvPr id="69" name="直線コネクタ 68">
            <a:extLst>
              <a:ext uri="{FF2B5EF4-FFF2-40B4-BE49-F238E27FC236}">
                <a16:creationId xmlns:a16="http://schemas.microsoft.com/office/drawing/2014/main" id="{E298A94D-72BD-4C08-BD20-6AA97FC7BC45}"/>
              </a:ext>
            </a:extLst>
          </p:cNvPr>
          <p:cNvSpPr>
            <a:spLocks noGrp="1"/>
          </p:cNvSpPr>
          <p:nvPr/>
        </p:nvSpPr>
        <p:spPr>
          <a:xfrm>
            <a:off x="553085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直線コネクタ 69">
            <a:extLst>
              <a:ext uri="{FF2B5EF4-FFF2-40B4-BE49-F238E27FC236}">
                <a16:creationId xmlns:a16="http://schemas.microsoft.com/office/drawing/2014/main" id="{7A2A79A5-ABCE-4775-8491-713EE98384AE}"/>
              </a:ext>
            </a:extLst>
          </p:cNvPr>
          <p:cNvSpPr>
            <a:spLocks noGrp="1"/>
          </p:cNvSpPr>
          <p:nvPr/>
        </p:nvSpPr>
        <p:spPr>
          <a:xfrm>
            <a:off x="553085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5E6FC350-27D6-486F-A3D9-8DBCE650BC79}"/>
              </a:ext>
            </a:extLst>
          </p:cNvPr>
          <p:cNvSpPr>
            <a:spLocks noGrp="1"/>
          </p:cNvSpPr>
          <p:nvPr/>
        </p:nvSpPr>
        <p:spPr>
          <a:xfrm>
            <a:off x="559752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左 / 右</a:t>
            </a:r>
          </a:p>
        </p:txBody>
      </p:sp>
      <p:sp>
        <p:nvSpPr>
          <p:cNvPr id="72" name="直線コネクタ 71">
            <a:extLst>
              <a:ext uri="{FF2B5EF4-FFF2-40B4-BE49-F238E27FC236}">
                <a16:creationId xmlns:a16="http://schemas.microsoft.com/office/drawing/2014/main" id="{6BF591F1-EEB1-4BB3-BC4F-72C7EAA27E47}"/>
              </a:ext>
            </a:extLst>
          </p:cNvPr>
          <p:cNvSpPr>
            <a:spLocks noGrp="1"/>
          </p:cNvSpPr>
          <p:nvPr/>
        </p:nvSpPr>
        <p:spPr>
          <a:xfrm>
            <a:off x="664210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直線コネクタ 72">
            <a:extLst>
              <a:ext uri="{FF2B5EF4-FFF2-40B4-BE49-F238E27FC236}">
                <a16:creationId xmlns:a16="http://schemas.microsoft.com/office/drawing/2014/main" id="{BB396220-0851-4010-B38B-E56CCFE916B3}"/>
              </a:ext>
            </a:extLst>
          </p:cNvPr>
          <p:cNvSpPr>
            <a:spLocks noGrp="1"/>
          </p:cNvSpPr>
          <p:nvPr/>
        </p:nvSpPr>
        <p:spPr>
          <a:xfrm>
            <a:off x="664210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23CD218A-7B6D-46FB-956E-EA5B7C3805BB}"/>
              </a:ext>
            </a:extLst>
          </p:cNvPr>
          <p:cNvSpPr>
            <a:spLocks noGrp="1"/>
          </p:cNvSpPr>
          <p:nvPr/>
        </p:nvSpPr>
        <p:spPr>
          <a:xfrm>
            <a:off x="670877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4.2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907964E7-AFC2-46AF-BF3C-775338E91C3F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種別・区分・数量型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5A391DD3-3E6F-4850-8DDC-B1BFC16BE4CC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3337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E3349BB-30B2-463E-A0CD-2C9C1FA2648D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35DDA6E-03BE-4C79-8503-C5208CB7877B}"/>
              </a:ext>
            </a:extLst>
          </p:cNvPr>
          <p:cNvSpPr>
            <a:spLocks noGrp="1"/>
          </p:cNvSpPr>
          <p:nvPr/>
        </p:nvSpPr>
        <p:spPr>
          <a:xfrm>
            <a:off x="839152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種別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DB70FBCA-E0B2-4EF9-B1A2-B2D46BA99405}"/>
              </a:ext>
            </a:extLst>
          </p:cNvPr>
          <p:cNvSpPr>
            <a:spLocks noGrp="1"/>
          </p:cNvSpPr>
          <p:nvPr/>
        </p:nvSpPr>
        <p:spPr>
          <a:xfrm>
            <a:off x="943610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直線コネクタ 79">
            <a:extLst>
              <a:ext uri="{FF2B5EF4-FFF2-40B4-BE49-F238E27FC236}">
                <a16:creationId xmlns:a16="http://schemas.microsoft.com/office/drawing/2014/main" id="{A2FAA036-3867-48F9-BA0B-1FD4C4A416F2}"/>
              </a:ext>
            </a:extLst>
          </p:cNvPr>
          <p:cNvSpPr>
            <a:spLocks noGrp="1"/>
          </p:cNvSpPr>
          <p:nvPr/>
        </p:nvSpPr>
        <p:spPr>
          <a:xfrm>
            <a:off x="943610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42DE81B3-F4B3-4DBE-8ECD-5AD5FEA9864F}"/>
              </a:ext>
            </a:extLst>
          </p:cNvPr>
          <p:cNvSpPr>
            <a:spLocks noGrp="1"/>
          </p:cNvSpPr>
          <p:nvPr/>
        </p:nvSpPr>
        <p:spPr>
          <a:xfrm>
            <a:off x="950277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区分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E985FA8-23E8-408E-A6C6-4C8A700C03B3}"/>
              </a:ext>
            </a:extLst>
          </p:cNvPr>
          <p:cNvSpPr>
            <a:spLocks noGrp="1"/>
          </p:cNvSpPr>
          <p:nvPr/>
        </p:nvSpPr>
        <p:spPr>
          <a:xfrm>
            <a:off x="10547350" y="2095500"/>
            <a:ext cx="111125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直線コネクタ 82">
            <a:extLst>
              <a:ext uri="{FF2B5EF4-FFF2-40B4-BE49-F238E27FC236}">
                <a16:creationId xmlns:a16="http://schemas.microsoft.com/office/drawing/2014/main" id="{BE7E21C7-D064-4177-A529-4777B78965D1}"/>
              </a:ext>
            </a:extLst>
          </p:cNvPr>
          <p:cNvSpPr>
            <a:spLocks noGrp="1"/>
          </p:cNvSpPr>
          <p:nvPr/>
        </p:nvSpPr>
        <p:spPr>
          <a:xfrm>
            <a:off x="10547350" y="20955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BBD1C9C-093C-4670-A427-432182C62E47}"/>
              </a:ext>
            </a:extLst>
          </p:cNvPr>
          <p:cNvSpPr>
            <a:spLocks noGrp="1"/>
          </p:cNvSpPr>
          <p:nvPr/>
        </p:nvSpPr>
        <p:spPr>
          <a:xfrm>
            <a:off x="10614025" y="2133600"/>
            <a:ext cx="97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数量</a:t>
            </a:r>
          </a:p>
        </p:txBody>
      </p:sp>
      <p:sp>
        <p:nvSpPr>
          <p:cNvPr id="85" name="直線コネクタ 84">
            <a:extLst>
              <a:ext uri="{FF2B5EF4-FFF2-40B4-BE49-F238E27FC236}">
                <a16:creationId xmlns:a16="http://schemas.microsoft.com/office/drawing/2014/main" id="{F3CCD049-4D05-4D80-86B5-A2465F88988F}"/>
              </a:ext>
            </a:extLst>
          </p:cNvPr>
          <p:cNvSpPr>
            <a:spLocks noGrp="1"/>
          </p:cNvSpPr>
          <p:nvPr/>
        </p:nvSpPr>
        <p:spPr>
          <a:xfrm>
            <a:off x="832485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017D8870-2F1D-4611-9D95-026871DBB926}"/>
              </a:ext>
            </a:extLst>
          </p:cNvPr>
          <p:cNvSpPr>
            <a:spLocks noGrp="1"/>
          </p:cNvSpPr>
          <p:nvPr/>
        </p:nvSpPr>
        <p:spPr>
          <a:xfrm>
            <a:off x="839152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土工</a:t>
            </a:r>
          </a:p>
        </p:txBody>
      </p:sp>
      <p:sp>
        <p:nvSpPr>
          <p:cNvPr id="87" name="直線コネクタ 86">
            <a:extLst>
              <a:ext uri="{FF2B5EF4-FFF2-40B4-BE49-F238E27FC236}">
                <a16:creationId xmlns:a16="http://schemas.microsoft.com/office/drawing/2014/main" id="{55DD48A6-0775-4BB7-9AEB-AFE2D6D2527F}"/>
              </a:ext>
            </a:extLst>
          </p:cNvPr>
          <p:cNvSpPr>
            <a:spLocks noGrp="1"/>
          </p:cNvSpPr>
          <p:nvPr/>
        </p:nvSpPr>
        <p:spPr>
          <a:xfrm>
            <a:off x="943610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直線コネクタ 87">
            <a:extLst>
              <a:ext uri="{FF2B5EF4-FFF2-40B4-BE49-F238E27FC236}">
                <a16:creationId xmlns:a16="http://schemas.microsoft.com/office/drawing/2014/main" id="{C3DDF5A0-72C2-4964-890C-BFE4A97AB235}"/>
              </a:ext>
            </a:extLst>
          </p:cNvPr>
          <p:cNvSpPr>
            <a:spLocks noGrp="1"/>
          </p:cNvSpPr>
          <p:nvPr/>
        </p:nvSpPr>
        <p:spPr>
          <a:xfrm>
            <a:off x="943610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8077512-E165-42E2-8C0E-D70017BD7A26}"/>
              </a:ext>
            </a:extLst>
          </p:cNvPr>
          <p:cNvSpPr>
            <a:spLocks noGrp="1"/>
          </p:cNvSpPr>
          <p:nvPr/>
        </p:nvSpPr>
        <p:spPr>
          <a:xfrm>
            <a:off x="950277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90" name="直線コネクタ 89">
            <a:extLst>
              <a:ext uri="{FF2B5EF4-FFF2-40B4-BE49-F238E27FC236}">
                <a16:creationId xmlns:a16="http://schemas.microsoft.com/office/drawing/2014/main" id="{F5741E32-B5C0-4ECF-9350-4DC033B7927F}"/>
              </a:ext>
            </a:extLst>
          </p:cNvPr>
          <p:cNvSpPr>
            <a:spLocks noGrp="1"/>
          </p:cNvSpPr>
          <p:nvPr/>
        </p:nvSpPr>
        <p:spPr>
          <a:xfrm>
            <a:off x="10547350" y="23812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直線コネクタ 90">
            <a:extLst>
              <a:ext uri="{FF2B5EF4-FFF2-40B4-BE49-F238E27FC236}">
                <a16:creationId xmlns:a16="http://schemas.microsoft.com/office/drawing/2014/main" id="{B7BD94E5-D0FF-4C1F-88A6-D7D65493CD0E}"/>
              </a:ext>
            </a:extLst>
          </p:cNvPr>
          <p:cNvSpPr>
            <a:spLocks noGrp="1"/>
          </p:cNvSpPr>
          <p:nvPr/>
        </p:nvSpPr>
        <p:spPr>
          <a:xfrm>
            <a:off x="10547350" y="23812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EECB2A8-CC13-4AFB-A4A7-64300DC8EF43}"/>
              </a:ext>
            </a:extLst>
          </p:cNvPr>
          <p:cNvSpPr>
            <a:spLocks noGrp="1"/>
          </p:cNvSpPr>
          <p:nvPr/>
        </p:nvSpPr>
        <p:spPr>
          <a:xfrm>
            <a:off x="10614025" y="24193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93" name="直線コネクタ 92">
            <a:extLst>
              <a:ext uri="{FF2B5EF4-FFF2-40B4-BE49-F238E27FC236}">
                <a16:creationId xmlns:a16="http://schemas.microsoft.com/office/drawing/2014/main" id="{29448525-C4AB-4FAB-AA4A-67765A74F206}"/>
              </a:ext>
            </a:extLst>
          </p:cNvPr>
          <p:cNvSpPr>
            <a:spLocks noGrp="1"/>
          </p:cNvSpPr>
          <p:nvPr/>
        </p:nvSpPr>
        <p:spPr>
          <a:xfrm>
            <a:off x="832485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9C438E8-0FA9-40B2-9C39-DEFE1B49198C}"/>
              </a:ext>
            </a:extLst>
          </p:cNvPr>
          <p:cNvSpPr>
            <a:spLocks noGrp="1"/>
          </p:cNvSpPr>
          <p:nvPr/>
        </p:nvSpPr>
        <p:spPr>
          <a:xfrm>
            <a:off x="839152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法面</a:t>
            </a:r>
          </a:p>
        </p:txBody>
      </p:sp>
      <p:sp>
        <p:nvSpPr>
          <p:cNvPr id="95" name="直線コネクタ 94">
            <a:extLst>
              <a:ext uri="{FF2B5EF4-FFF2-40B4-BE49-F238E27FC236}">
                <a16:creationId xmlns:a16="http://schemas.microsoft.com/office/drawing/2014/main" id="{A303340B-C7B4-4699-B94A-9E936F1F7571}"/>
              </a:ext>
            </a:extLst>
          </p:cNvPr>
          <p:cNvSpPr>
            <a:spLocks noGrp="1"/>
          </p:cNvSpPr>
          <p:nvPr/>
        </p:nvSpPr>
        <p:spPr>
          <a:xfrm>
            <a:off x="943610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直線コネクタ 95">
            <a:extLst>
              <a:ext uri="{FF2B5EF4-FFF2-40B4-BE49-F238E27FC236}">
                <a16:creationId xmlns:a16="http://schemas.microsoft.com/office/drawing/2014/main" id="{BC0B448A-0AED-4302-8AAA-9963C43C493C}"/>
              </a:ext>
            </a:extLst>
          </p:cNvPr>
          <p:cNvSpPr>
            <a:spLocks noGrp="1"/>
          </p:cNvSpPr>
          <p:nvPr/>
        </p:nvSpPr>
        <p:spPr>
          <a:xfrm>
            <a:off x="943610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A918D742-1770-4A31-B19C-DCD6B909A97E}"/>
              </a:ext>
            </a:extLst>
          </p:cNvPr>
          <p:cNvSpPr>
            <a:spLocks noGrp="1"/>
          </p:cNvSpPr>
          <p:nvPr/>
        </p:nvSpPr>
        <p:spPr>
          <a:xfrm>
            <a:off x="950277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98" name="直線コネクタ 97">
            <a:extLst>
              <a:ext uri="{FF2B5EF4-FFF2-40B4-BE49-F238E27FC236}">
                <a16:creationId xmlns:a16="http://schemas.microsoft.com/office/drawing/2014/main" id="{DA380563-5925-4C66-BE5F-B4876A0B2C50}"/>
              </a:ext>
            </a:extLst>
          </p:cNvPr>
          <p:cNvSpPr>
            <a:spLocks noGrp="1"/>
          </p:cNvSpPr>
          <p:nvPr/>
        </p:nvSpPr>
        <p:spPr>
          <a:xfrm>
            <a:off x="10547350" y="311150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直線コネクタ 98">
            <a:extLst>
              <a:ext uri="{FF2B5EF4-FFF2-40B4-BE49-F238E27FC236}">
                <a16:creationId xmlns:a16="http://schemas.microsoft.com/office/drawing/2014/main" id="{3C8F56EC-1C26-431A-8293-1E6181042143}"/>
              </a:ext>
            </a:extLst>
          </p:cNvPr>
          <p:cNvSpPr>
            <a:spLocks noGrp="1"/>
          </p:cNvSpPr>
          <p:nvPr/>
        </p:nvSpPr>
        <p:spPr>
          <a:xfrm>
            <a:off x="10547350" y="311150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392B6FCE-DD9F-428E-8B26-A673AA5F278F}"/>
              </a:ext>
            </a:extLst>
          </p:cNvPr>
          <p:cNvSpPr>
            <a:spLocks noGrp="1"/>
          </p:cNvSpPr>
          <p:nvPr/>
        </p:nvSpPr>
        <p:spPr>
          <a:xfrm>
            <a:off x="10614025" y="314960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3.4</a:t>
            </a:r>
          </a:p>
        </p:txBody>
      </p:sp>
      <p:sp>
        <p:nvSpPr>
          <p:cNvPr id="101" name="直線コネクタ 100">
            <a:extLst>
              <a:ext uri="{FF2B5EF4-FFF2-40B4-BE49-F238E27FC236}">
                <a16:creationId xmlns:a16="http://schemas.microsoft.com/office/drawing/2014/main" id="{C4130228-E7F4-495B-A9C5-430C38DF4BE5}"/>
              </a:ext>
            </a:extLst>
          </p:cNvPr>
          <p:cNvSpPr>
            <a:spLocks noGrp="1"/>
          </p:cNvSpPr>
          <p:nvPr/>
        </p:nvSpPr>
        <p:spPr>
          <a:xfrm>
            <a:off x="832485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E040FCBC-2335-46C7-B31D-2E2F97E8F38B}"/>
              </a:ext>
            </a:extLst>
          </p:cNvPr>
          <p:cNvSpPr>
            <a:spLocks noGrp="1"/>
          </p:cNvSpPr>
          <p:nvPr/>
        </p:nvSpPr>
        <p:spPr>
          <a:xfrm>
            <a:off x="839152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法面</a:t>
            </a:r>
          </a:p>
        </p:txBody>
      </p:sp>
      <p:sp>
        <p:nvSpPr>
          <p:cNvPr id="103" name="直線コネクタ 102">
            <a:extLst>
              <a:ext uri="{FF2B5EF4-FFF2-40B4-BE49-F238E27FC236}">
                <a16:creationId xmlns:a16="http://schemas.microsoft.com/office/drawing/2014/main" id="{18467E57-0BD4-435A-B6D8-996252DA7240}"/>
              </a:ext>
            </a:extLst>
          </p:cNvPr>
          <p:cNvSpPr>
            <a:spLocks noGrp="1"/>
          </p:cNvSpPr>
          <p:nvPr/>
        </p:nvSpPr>
        <p:spPr>
          <a:xfrm>
            <a:off x="943610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直線コネクタ 103">
            <a:extLst>
              <a:ext uri="{FF2B5EF4-FFF2-40B4-BE49-F238E27FC236}">
                <a16:creationId xmlns:a16="http://schemas.microsoft.com/office/drawing/2014/main" id="{A84A1F1C-7940-4A60-9CD9-83F325A94F66}"/>
              </a:ext>
            </a:extLst>
          </p:cNvPr>
          <p:cNvSpPr>
            <a:spLocks noGrp="1"/>
          </p:cNvSpPr>
          <p:nvPr/>
        </p:nvSpPr>
        <p:spPr>
          <a:xfrm>
            <a:off x="943610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B647F3AC-E421-43EF-B744-D2A80EA80F03}"/>
              </a:ext>
            </a:extLst>
          </p:cNvPr>
          <p:cNvSpPr>
            <a:spLocks noGrp="1"/>
          </p:cNvSpPr>
          <p:nvPr/>
        </p:nvSpPr>
        <p:spPr>
          <a:xfrm>
            <a:off x="950277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106" name="直線コネクタ 105">
            <a:extLst>
              <a:ext uri="{FF2B5EF4-FFF2-40B4-BE49-F238E27FC236}">
                <a16:creationId xmlns:a16="http://schemas.microsoft.com/office/drawing/2014/main" id="{B8902704-2FBF-44EA-A587-5407955AF437}"/>
              </a:ext>
            </a:extLst>
          </p:cNvPr>
          <p:cNvSpPr>
            <a:spLocks noGrp="1"/>
          </p:cNvSpPr>
          <p:nvPr/>
        </p:nvSpPr>
        <p:spPr>
          <a:xfrm>
            <a:off x="10547350" y="3841750"/>
            <a:ext cx="0" cy="730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直線コネクタ 106">
            <a:extLst>
              <a:ext uri="{FF2B5EF4-FFF2-40B4-BE49-F238E27FC236}">
                <a16:creationId xmlns:a16="http://schemas.microsoft.com/office/drawing/2014/main" id="{4F58A42C-EC51-4530-9770-AC96417D93DE}"/>
              </a:ext>
            </a:extLst>
          </p:cNvPr>
          <p:cNvSpPr>
            <a:spLocks noGrp="1"/>
          </p:cNvSpPr>
          <p:nvPr/>
        </p:nvSpPr>
        <p:spPr>
          <a:xfrm>
            <a:off x="10547350" y="3841750"/>
            <a:ext cx="1111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5BD04F5-E571-443E-B6F2-F3B62C3C7C07}"/>
              </a:ext>
            </a:extLst>
          </p:cNvPr>
          <p:cNvSpPr>
            <a:spLocks noGrp="1"/>
          </p:cNvSpPr>
          <p:nvPr/>
        </p:nvSpPr>
        <p:spPr>
          <a:xfrm>
            <a:off x="10614025" y="3879850"/>
            <a:ext cx="9779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2.6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48D5251E-9DA3-435B-B603-3EC39EA52549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左右2組の</a:t>
            </a:r>
          </a:p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種別・単位・数量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7E53B9C2-CB2F-45B0-996D-D9267358633C}"/>
              </a:ext>
            </a:extLst>
          </p:cNvPr>
          <p:cNvSpPr>
            <a:spLocks noGrp="1"/>
          </p:cNvSpPr>
          <p:nvPr/>
        </p:nvSpPr>
        <p:spPr>
          <a:xfrm>
            <a:off x="4743450" y="48958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階層見出しを</a:t>
            </a:r>
          </a:p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種別と区分で結合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D3F81605-54D4-42E6-B8E6-9164726B5851}"/>
              </a:ext>
            </a:extLst>
          </p:cNvPr>
          <p:cNvSpPr>
            <a:spLocks noGrp="1"/>
          </p:cNvSpPr>
          <p:nvPr/>
        </p:nvSpPr>
        <p:spPr>
          <a:xfrm>
            <a:off x="8648700" y="48958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記号列は使わず</a:t>
            </a:r>
          </a:p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罫線行と文字で識別</a:t>
            </a:r>
          </a:p>
        </p:txBody>
      </p:sp>
      <p:sp>
        <p:nvSpPr>
          <p:cNvPr id="112" name="直線コネクタ 111">
            <a:extLst>
              <a:ext uri="{FF2B5EF4-FFF2-40B4-BE49-F238E27FC236}">
                <a16:creationId xmlns:a16="http://schemas.microsoft.com/office/drawing/2014/main" id="{F5D8E50D-AF42-44C3-9449-F9E787F979AD}"/>
              </a:ext>
            </a:extLst>
          </p:cNvPr>
          <p:cNvSpPr>
            <a:spLocks noGrp="1"/>
          </p:cNvSpPr>
          <p:nvPr/>
        </p:nvSpPr>
        <p:spPr>
          <a:xfrm>
            <a:off x="971550" y="5619750"/>
            <a:ext cx="10248900" cy="0"/>
          </a:xfrm>
          <a:prstGeom prst="line">
            <a:avLst/>
          </a:prstGeom>
          <a:solidFill>
            <a:srgbClr val="000000">
              <a:alpha val="0"/>
            </a:srgbClr>
          </a:solidFill>
          <a:ln w="23813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3A9ABCAC-AEF6-4750-A9C8-67FC179B5A53}"/>
              </a:ext>
            </a:extLst>
          </p:cNvPr>
          <p:cNvSpPr>
            <a:spLocks noGrp="1"/>
          </p:cNvSpPr>
          <p:nvPr/>
        </p:nvSpPr>
        <p:spPr>
          <a:xfrm>
            <a:off x="3238500" y="57340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形式別パーサー → 共通の測点対応・Excel出力へ</a:t>
            </a:r>
          </a:p>
        </p:txBody>
      </p:sp>
      <p:sp>
        <p:nvSpPr>
          <p:cNvPr id="116" name="shape-3">
            <a:extLst>
              <a:ext uri="{FF2B5EF4-FFF2-40B4-BE49-F238E27FC236}">
                <a16:creationId xmlns:a16="http://schemas.microsoft.com/office/drawing/2014/main" id="{70199ED4-D48B-E047-B4FD-B56E89091025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5673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A90DA935-30E5-426D-98C4-17B199D7BF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8CD06A3-6216-4FFF-8015-76CA63B22F58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0BE9C18-041F-420F-B379-6246E4EDD998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10  ROUTE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EE15DD99-DAFC-4530-925A-A2B0C47C016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全路線を整理してから、本線だけを出力する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8B1DB5CD-D3B9-423D-B5E3-3E50573EEA6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路線名が明示されたDXFでは、全表の対応を確定した後に「本線」だけを残します。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E72A956-0014-4F45-92FA-74A5E56E717E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64632F-F2E5-46DF-AF07-BF125A76A791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20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本線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E5AD8B-2EF7-420E-ACC1-F1882568F175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32004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7E8B9BC-BA93-4C50-AED1-FF0BCEDA243D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06680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728D1D-FA0F-431E-80A7-9018C6071DE0}"/>
              </a:ext>
            </a:extLst>
          </p:cNvPr>
          <p:cNvSpPr>
            <a:spLocks noGrp="1"/>
          </p:cNvSpPr>
          <p:nvPr/>
        </p:nvSpPr>
        <p:spPr>
          <a:xfrm>
            <a:off x="7905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096A67-0E25-410F-9D28-B9BE7C46DE18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106680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20F852A1-D5A0-4BB4-8436-42AB2CE958C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41D5380-3801-4CF1-BC53-08C59581F89B}"/>
              </a:ext>
            </a:extLst>
          </p:cNvPr>
          <p:cNvSpPr>
            <a:spLocks noGrp="1"/>
          </p:cNvSpPr>
          <p:nvPr/>
        </p:nvSpPr>
        <p:spPr>
          <a:xfrm>
            <a:off x="18573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7483E87-ADB7-4781-9526-AC24D1DF1D78}"/>
              </a:ext>
            </a:extLst>
          </p:cNvPr>
          <p:cNvSpPr>
            <a:spLocks noGrp="1"/>
          </p:cNvSpPr>
          <p:nvPr/>
        </p:nvSpPr>
        <p:spPr>
          <a:xfrm>
            <a:off x="2857500" y="2133600"/>
            <a:ext cx="1066800" cy="2857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21C57C24-00FE-4790-98E3-ADBCCF1CDE78}"/>
              </a:ext>
            </a:extLst>
          </p:cNvPr>
          <p:cNvSpPr>
            <a:spLocks noGrp="1"/>
          </p:cNvSpPr>
          <p:nvPr/>
        </p:nvSpPr>
        <p:spPr>
          <a:xfrm>
            <a:off x="28575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28F09E0-26D5-4B3D-8344-DC2090CE6239}"/>
              </a:ext>
            </a:extLst>
          </p:cNvPr>
          <p:cNvSpPr>
            <a:spLocks noGrp="1"/>
          </p:cNvSpPr>
          <p:nvPr/>
        </p:nvSpPr>
        <p:spPr>
          <a:xfrm>
            <a:off x="29241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B265DCEB-4052-4F56-B3E3-184CCF2B9B4C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A97644-37FC-4E36-B034-5AF4008F05D6}"/>
              </a:ext>
            </a:extLst>
          </p:cNvPr>
          <p:cNvSpPr>
            <a:spLocks noGrp="1"/>
          </p:cNvSpPr>
          <p:nvPr/>
        </p:nvSpPr>
        <p:spPr>
          <a:xfrm>
            <a:off x="7905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A2E71162-5515-4328-8DF4-700A0462C3D3}"/>
              </a:ext>
            </a:extLst>
          </p:cNvPr>
          <p:cNvSpPr>
            <a:spLocks noGrp="1"/>
          </p:cNvSpPr>
          <p:nvPr/>
        </p:nvSpPr>
        <p:spPr>
          <a:xfrm>
            <a:off x="17907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3AE7CF1B-3643-48AD-8596-5AC497452588}"/>
              </a:ext>
            </a:extLst>
          </p:cNvPr>
          <p:cNvSpPr>
            <a:spLocks noGrp="1"/>
          </p:cNvSpPr>
          <p:nvPr/>
        </p:nvSpPr>
        <p:spPr>
          <a:xfrm>
            <a:off x="17907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149E0BE-43C1-4498-898A-5279E592D25B}"/>
              </a:ext>
            </a:extLst>
          </p:cNvPr>
          <p:cNvSpPr>
            <a:spLocks noGrp="1"/>
          </p:cNvSpPr>
          <p:nvPr/>
        </p:nvSpPr>
        <p:spPr>
          <a:xfrm>
            <a:off x="18573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13A59EEA-B712-4D37-8342-226D6A4BBCFD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E02E5258-AE08-492B-8DBB-99168CFB2F3C}"/>
              </a:ext>
            </a:extLst>
          </p:cNvPr>
          <p:cNvSpPr>
            <a:spLocks noGrp="1"/>
          </p:cNvSpPr>
          <p:nvPr/>
        </p:nvSpPr>
        <p:spPr>
          <a:xfrm>
            <a:off x="28575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C73168E-AD3F-4EDA-82CB-5BD5DCDA0E6E}"/>
              </a:ext>
            </a:extLst>
          </p:cNvPr>
          <p:cNvSpPr>
            <a:spLocks noGrp="1"/>
          </p:cNvSpPr>
          <p:nvPr/>
        </p:nvSpPr>
        <p:spPr>
          <a:xfrm>
            <a:off x="29241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8.2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D5A7C36D-ABB7-4C28-9090-C826D6E40232}"/>
              </a:ext>
            </a:extLst>
          </p:cNvPr>
          <p:cNvSpPr>
            <a:spLocks noGrp="1"/>
          </p:cNvSpPr>
          <p:nvPr/>
        </p:nvSpPr>
        <p:spPr>
          <a:xfrm>
            <a:off x="7239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1102A32-FC25-4940-B1EA-41BC51955468}"/>
              </a:ext>
            </a:extLst>
          </p:cNvPr>
          <p:cNvSpPr>
            <a:spLocks noGrp="1"/>
          </p:cNvSpPr>
          <p:nvPr/>
        </p:nvSpPr>
        <p:spPr>
          <a:xfrm>
            <a:off x="7905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117E9918-ED78-4FFB-B606-E809964BAF55}"/>
              </a:ext>
            </a:extLst>
          </p:cNvPr>
          <p:cNvSpPr>
            <a:spLocks noGrp="1"/>
          </p:cNvSpPr>
          <p:nvPr/>
        </p:nvSpPr>
        <p:spPr>
          <a:xfrm>
            <a:off x="17907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914D66DC-DF42-414D-B420-4CD8C22457D1}"/>
              </a:ext>
            </a:extLst>
          </p:cNvPr>
          <p:cNvSpPr>
            <a:spLocks noGrp="1"/>
          </p:cNvSpPr>
          <p:nvPr/>
        </p:nvSpPr>
        <p:spPr>
          <a:xfrm>
            <a:off x="17907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4244A5D-0030-4293-9862-F78321EE6D1D}"/>
              </a:ext>
            </a:extLst>
          </p:cNvPr>
          <p:cNvSpPr>
            <a:spLocks noGrp="1"/>
          </p:cNvSpPr>
          <p:nvPr/>
        </p:nvSpPr>
        <p:spPr>
          <a:xfrm>
            <a:off x="18573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12.3</a:t>
            </a:r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0CE617FB-49EE-4D5C-9B7E-75AA1ACE2019}"/>
              </a:ext>
            </a:extLst>
          </p:cNvPr>
          <p:cNvSpPr>
            <a:spLocks noGrp="1"/>
          </p:cNvSpPr>
          <p:nvPr/>
        </p:nvSpPr>
        <p:spPr>
          <a:xfrm>
            <a:off x="28575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6EDDC1E8-6B29-4BB8-9F76-7353573528E6}"/>
              </a:ext>
            </a:extLst>
          </p:cNvPr>
          <p:cNvSpPr>
            <a:spLocks noGrp="1"/>
          </p:cNvSpPr>
          <p:nvPr/>
        </p:nvSpPr>
        <p:spPr>
          <a:xfrm>
            <a:off x="28575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3141275-E64D-4952-8879-326BDF984DC2}"/>
              </a:ext>
            </a:extLst>
          </p:cNvPr>
          <p:cNvSpPr>
            <a:spLocks noGrp="1"/>
          </p:cNvSpPr>
          <p:nvPr/>
        </p:nvSpPr>
        <p:spPr>
          <a:xfrm>
            <a:off x="29241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0.0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AFA2AD9E-37ED-43A6-A851-84C7ADF820D8}"/>
              </a:ext>
            </a:extLst>
          </p:cNvPr>
          <p:cNvSpPr>
            <a:spLocks noGrp="1"/>
          </p:cNvSpPr>
          <p:nvPr/>
        </p:nvSpPr>
        <p:spPr>
          <a:xfrm>
            <a:off x="7239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76C6CC2-7648-4644-A794-F015266F8093}"/>
              </a:ext>
            </a:extLst>
          </p:cNvPr>
          <p:cNvSpPr>
            <a:spLocks noGrp="1"/>
          </p:cNvSpPr>
          <p:nvPr/>
        </p:nvSpPr>
        <p:spPr>
          <a:xfrm>
            <a:off x="7905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D5F84A76-8F20-4D6A-BB6D-9F3EC16F1D4F}"/>
              </a:ext>
            </a:extLst>
          </p:cNvPr>
          <p:cNvSpPr>
            <a:spLocks noGrp="1"/>
          </p:cNvSpPr>
          <p:nvPr/>
        </p:nvSpPr>
        <p:spPr>
          <a:xfrm>
            <a:off x="17907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545236A6-76A9-4250-97E8-75C123B79A00}"/>
              </a:ext>
            </a:extLst>
          </p:cNvPr>
          <p:cNvSpPr>
            <a:spLocks noGrp="1"/>
          </p:cNvSpPr>
          <p:nvPr/>
        </p:nvSpPr>
        <p:spPr>
          <a:xfrm>
            <a:off x="17907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A7E82F1-A72E-4AB7-89F3-D38EBAB9325B}"/>
              </a:ext>
            </a:extLst>
          </p:cNvPr>
          <p:cNvSpPr>
            <a:spLocks noGrp="1"/>
          </p:cNvSpPr>
          <p:nvPr/>
        </p:nvSpPr>
        <p:spPr>
          <a:xfrm>
            <a:off x="18573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5E25609C-9057-4461-8FB9-5AEBB19EBE0B}"/>
              </a:ext>
            </a:extLst>
          </p:cNvPr>
          <p:cNvSpPr>
            <a:spLocks noGrp="1"/>
          </p:cNvSpPr>
          <p:nvPr/>
        </p:nvSpPr>
        <p:spPr>
          <a:xfrm>
            <a:off x="28575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B1675E3A-2053-4EEA-A9C6-26486815436B}"/>
              </a:ext>
            </a:extLst>
          </p:cNvPr>
          <p:cNvSpPr>
            <a:spLocks noGrp="1"/>
          </p:cNvSpPr>
          <p:nvPr/>
        </p:nvSpPr>
        <p:spPr>
          <a:xfrm>
            <a:off x="28575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8A87757-DF7F-47FB-8BE8-5677C8BFB6D0}"/>
              </a:ext>
            </a:extLst>
          </p:cNvPr>
          <p:cNvSpPr>
            <a:spLocks noGrp="1"/>
          </p:cNvSpPr>
          <p:nvPr/>
        </p:nvSpPr>
        <p:spPr>
          <a:xfrm>
            <a:off x="29241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609D759-6D44-4A6B-BBF6-F0734C3ADCA1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20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Bランプ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B16FB26-5884-45FC-A01C-500A70C06D66}"/>
              </a:ext>
            </a:extLst>
          </p:cNvPr>
          <p:cNvSpPr>
            <a:spLocks noGrp="1"/>
          </p:cNvSpPr>
          <p:nvPr/>
        </p:nvSpPr>
        <p:spPr>
          <a:xfrm>
            <a:off x="4495800" y="2133600"/>
            <a:ext cx="32004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FC2F463-95DC-4DC4-AE62-7DFA0FDAD737}"/>
              </a:ext>
            </a:extLst>
          </p:cNvPr>
          <p:cNvSpPr>
            <a:spLocks noGrp="1"/>
          </p:cNvSpPr>
          <p:nvPr/>
        </p:nvSpPr>
        <p:spPr>
          <a:xfrm>
            <a:off x="44958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41F911A1-0964-496A-B771-317AEC12C37E}"/>
              </a:ext>
            </a:extLst>
          </p:cNvPr>
          <p:cNvSpPr>
            <a:spLocks noGrp="1"/>
          </p:cNvSpPr>
          <p:nvPr/>
        </p:nvSpPr>
        <p:spPr>
          <a:xfrm>
            <a:off x="45624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6EBE43A-7B79-4B94-B7AF-750794CCD2E8}"/>
              </a:ext>
            </a:extLst>
          </p:cNvPr>
          <p:cNvSpPr>
            <a:spLocks noGrp="1"/>
          </p:cNvSpPr>
          <p:nvPr/>
        </p:nvSpPr>
        <p:spPr>
          <a:xfrm>
            <a:off x="55626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1D31B506-946F-4F75-A8CA-4D92FE967E49}"/>
              </a:ext>
            </a:extLst>
          </p:cNvPr>
          <p:cNvSpPr>
            <a:spLocks noGrp="1"/>
          </p:cNvSpPr>
          <p:nvPr/>
        </p:nvSpPr>
        <p:spPr>
          <a:xfrm>
            <a:off x="55626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76EA72C-A705-46F5-B54A-958ED15A6391}"/>
              </a:ext>
            </a:extLst>
          </p:cNvPr>
          <p:cNvSpPr>
            <a:spLocks noGrp="1"/>
          </p:cNvSpPr>
          <p:nvPr/>
        </p:nvSpPr>
        <p:spPr>
          <a:xfrm>
            <a:off x="56292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08D462F-E1CD-47F5-994B-D7E1327DDDC9}"/>
              </a:ext>
            </a:extLst>
          </p:cNvPr>
          <p:cNvSpPr>
            <a:spLocks noGrp="1"/>
          </p:cNvSpPr>
          <p:nvPr/>
        </p:nvSpPr>
        <p:spPr>
          <a:xfrm>
            <a:off x="66294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4FD899F7-AD13-453F-95A3-A2F2D3EE050C}"/>
              </a:ext>
            </a:extLst>
          </p:cNvPr>
          <p:cNvSpPr>
            <a:spLocks noGrp="1"/>
          </p:cNvSpPr>
          <p:nvPr/>
        </p:nvSpPr>
        <p:spPr>
          <a:xfrm>
            <a:off x="66294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E9B0D7F-47C7-4E52-9AE9-18B10DC743F1}"/>
              </a:ext>
            </a:extLst>
          </p:cNvPr>
          <p:cNvSpPr>
            <a:spLocks noGrp="1"/>
          </p:cNvSpPr>
          <p:nvPr/>
        </p:nvSpPr>
        <p:spPr>
          <a:xfrm>
            <a:off x="66960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51" name="直線コネクタ 50">
            <a:extLst>
              <a:ext uri="{FF2B5EF4-FFF2-40B4-BE49-F238E27FC236}">
                <a16:creationId xmlns:a16="http://schemas.microsoft.com/office/drawing/2014/main" id="{D3EC296E-4343-4943-99BE-DC9683E843DB}"/>
              </a:ext>
            </a:extLst>
          </p:cNvPr>
          <p:cNvSpPr>
            <a:spLocks noGrp="1"/>
          </p:cNvSpPr>
          <p:nvPr/>
        </p:nvSpPr>
        <p:spPr>
          <a:xfrm>
            <a:off x="44958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BD57036-BFCB-48B7-87DB-11AE4D666AF0}"/>
              </a:ext>
            </a:extLst>
          </p:cNvPr>
          <p:cNvSpPr>
            <a:spLocks noGrp="1"/>
          </p:cNvSpPr>
          <p:nvPr/>
        </p:nvSpPr>
        <p:spPr>
          <a:xfrm>
            <a:off x="45624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NO.1</a:t>
            </a:r>
          </a:p>
        </p:txBody>
      </p:sp>
      <p:sp>
        <p:nvSpPr>
          <p:cNvPr id="53" name="直線コネクタ 52">
            <a:extLst>
              <a:ext uri="{FF2B5EF4-FFF2-40B4-BE49-F238E27FC236}">
                <a16:creationId xmlns:a16="http://schemas.microsoft.com/office/drawing/2014/main" id="{A6DACC3B-BDF6-4E13-9789-BFC90B0040F8}"/>
              </a:ext>
            </a:extLst>
          </p:cNvPr>
          <p:cNvSpPr>
            <a:spLocks noGrp="1"/>
          </p:cNvSpPr>
          <p:nvPr/>
        </p:nvSpPr>
        <p:spPr>
          <a:xfrm>
            <a:off x="55626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直線コネクタ 53">
            <a:extLst>
              <a:ext uri="{FF2B5EF4-FFF2-40B4-BE49-F238E27FC236}">
                <a16:creationId xmlns:a16="http://schemas.microsoft.com/office/drawing/2014/main" id="{6DA9185C-96A5-450E-89DD-1EF58FAE51C8}"/>
              </a:ext>
            </a:extLst>
          </p:cNvPr>
          <p:cNvSpPr>
            <a:spLocks noGrp="1"/>
          </p:cNvSpPr>
          <p:nvPr/>
        </p:nvSpPr>
        <p:spPr>
          <a:xfrm>
            <a:off x="55626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740F126-50B5-404D-A610-6E717B0EAA31}"/>
              </a:ext>
            </a:extLst>
          </p:cNvPr>
          <p:cNvSpPr>
            <a:spLocks noGrp="1"/>
          </p:cNvSpPr>
          <p:nvPr/>
        </p:nvSpPr>
        <p:spPr>
          <a:xfrm>
            <a:off x="56292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1.2</a:t>
            </a:r>
          </a:p>
        </p:txBody>
      </p:sp>
      <p:sp>
        <p:nvSpPr>
          <p:cNvPr id="56" name="直線コネクタ 55">
            <a:extLst>
              <a:ext uri="{FF2B5EF4-FFF2-40B4-BE49-F238E27FC236}">
                <a16:creationId xmlns:a16="http://schemas.microsoft.com/office/drawing/2014/main" id="{9452E6F4-D05D-40AE-BD25-4C1E615F7A2B}"/>
              </a:ext>
            </a:extLst>
          </p:cNvPr>
          <p:cNvSpPr>
            <a:spLocks noGrp="1"/>
          </p:cNvSpPr>
          <p:nvPr/>
        </p:nvSpPr>
        <p:spPr>
          <a:xfrm>
            <a:off x="66294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直線コネクタ 56">
            <a:extLst>
              <a:ext uri="{FF2B5EF4-FFF2-40B4-BE49-F238E27FC236}">
                <a16:creationId xmlns:a16="http://schemas.microsoft.com/office/drawing/2014/main" id="{F8E6C7CC-11AF-49F2-961A-0AB40CE54906}"/>
              </a:ext>
            </a:extLst>
          </p:cNvPr>
          <p:cNvSpPr>
            <a:spLocks noGrp="1"/>
          </p:cNvSpPr>
          <p:nvPr/>
        </p:nvSpPr>
        <p:spPr>
          <a:xfrm>
            <a:off x="66294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E55FA14-72B2-4F28-965C-1C3BB9217157}"/>
              </a:ext>
            </a:extLst>
          </p:cNvPr>
          <p:cNvSpPr>
            <a:spLocks noGrp="1"/>
          </p:cNvSpPr>
          <p:nvPr/>
        </p:nvSpPr>
        <p:spPr>
          <a:xfrm>
            <a:off x="66960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0.0</a:t>
            </a:r>
          </a:p>
        </p:txBody>
      </p:sp>
      <p:sp>
        <p:nvSpPr>
          <p:cNvPr id="59" name="直線コネクタ 58">
            <a:extLst>
              <a:ext uri="{FF2B5EF4-FFF2-40B4-BE49-F238E27FC236}">
                <a16:creationId xmlns:a16="http://schemas.microsoft.com/office/drawing/2014/main" id="{C2F02FCB-3301-4AD6-85CF-775F47FBD876}"/>
              </a:ext>
            </a:extLst>
          </p:cNvPr>
          <p:cNvSpPr>
            <a:spLocks noGrp="1"/>
          </p:cNvSpPr>
          <p:nvPr/>
        </p:nvSpPr>
        <p:spPr>
          <a:xfrm>
            <a:off x="44958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E2081CE-1758-4759-A882-52D05D54EE55}"/>
              </a:ext>
            </a:extLst>
          </p:cNvPr>
          <p:cNvSpPr>
            <a:spLocks noGrp="1"/>
          </p:cNvSpPr>
          <p:nvPr/>
        </p:nvSpPr>
        <p:spPr>
          <a:xfrm>
            <a:off x="45624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NO.2</a:t>
            </a:r>
          </a:p>
        </p:txBody>
      </p:sp>
      <p:sp>
        <p:nvSpPr>
          <p:cNvPr id="61" name="直線コネクタ 60">
            <a:extLst>
              <a:ext uri="{FF2B5EF4-FFF2-40B4-BE49-F238E27FC236}">
                <a16:creationId xmlns:a16="http://schemas.microsoft.com/office/drawing/2014/main" id="{1584ECC8-6E17-42AD-A4B8-653E4E597E90}"/>
              </a:ext>
            </a:extLst>
          </p:cNvPr>
          <p:cNvSpPr>
            <a:spLocks noGrp="1"/>
          </p:cNvSpPr>
          <p:nvPr/>
        </p:nvSpPr>
        <p:spPr>
          <a:xfrm>
            <a:off x="55626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直線コネクタ 61">
            <a:extLst>
              <a:ext uri="{FF2B5EF4-FFF2-40B4-BE49-F238E27FC236}">
                <a16:creationId xmlns:a16="http://schemas.microsoft.com/office/drawing/2014/main" id="{4F052FEF-6263-4657-AC39-A7901E8AE248}"/>
              </a:ext>
            </a:extLst>
          </p:cNvPr>
          <p:cNvSpPr>
            <a:spLocks noGrp="1"/>
          </p:cNvSpPr>
          <p:nvPr/>
        </p:nvSpPr>
        <p:spPr>
          <a:xfrm>
            <a:off x="55626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0BC88749-D026-4CB4-91B6-44C23FAED057}"/>
              </a:ext>
            </a:extLst>
          </p:cNvPr>
          <p:cNvSpPr>
            <a:spLocks noGrp="1"/>
          </p:cNvSpPr>
          <p:nvPr/>
        </p:nvSpPr>
        <p:spPr>
          <a:xfrm>
            <a:off x="56292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2.3</a:t>
            </a:r>
          </a:p>
        </p:txBody>
      </p:sp>
      <p:sp>
        <p:nvSpPr>
          <p:cNvPr id="64" name="直線コネクタ 63">
            <a:extLst>
              <a:ext uri="{FF2B5EF4-FFF2-40B4-BE49-F238E27FC236}">
                <a16:creationId xmlns:a16="http://schemas.microsoft.com/office/drawing/2014/main" id="{2ECF227D-2701-41B7-8285-EAC034410FCC}"/>
              </a:ext>
            </a:extLst>
          </p:cNvPr>
          <p:cNvSpPr>
            <a:spLocks noGrp="1"/>
          </p:cNvSpPr>
          <p:nvPr/>
        </p:nvSpPr>
        <p:spPr>
          <a:xfrm>
            <a:off x="66294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直線コネクタ 64">
            <a:extLst>
              <a:ext uri="{FF2B5EF4-FFF2-40B4-BE49-F238E27FC236}">
                <a16:creationId xmlns:a16="http://schemas.microsoft.com/office/drawing/2014/main" id="{96F8B5CA-2BBC-48EC-8BA8-18E0BE2180DE}"/>
              </a:ext>
            </a:extLst>
          </p:cNvPr>
          <p:cNvSpPr>
            <a:spLocks noGrp="1"/>
          </p:cNvSpPr>
          <p:nvPr/>
        </p:nvSpPr>
        <p:spPr>
          <a:xfrm>
            <a:off x="66294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C06B700C-5775-42C1-A101-30BE2A4A58D1}"/>
              </a:ext>
            </a:extLst>
          </p:cNvPr>
          <p:cNvSpPr>
            <a:spLocks noGrp="1"/>
          </p:cNvSpPr>
          <p:nvPr/>
        </p:nvSpPr>
        <p:spPr>
          <a:xfrm>
            <a:off x="66960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1.1</a:t>
            </a:r>
          </a:p>
        </p:txBody>
      </p:sp>
      <p:sp>
        <p:nvSpPr>
          <p:cNvPr id="67" name="直線コネクタ 66">
            <a:extLst>
              <a:ext uri="{FF2B5EF4-FFF2-40B4-BE49-F238E27FC236}">
                <a16:creationId xmlns:a16="http://schemas.microsoft.com/office/drawing/2014/main" id="{C9A18C41-6D82-4740-9A9D-1F8549F4CC0C}"/>
              </a:ext>
            </a:extLst>
          </p:cNvPr>
          <p:cNvSpPr>
            <a:spLocks noGrp="1"/>
          </p:cNvSpPr>
          <p:nvPr/>
        </p:nvSpPr>
        <p:spPr>
          <a:xfrm>
            <a:off x="44958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B758C082-31E2-4275-AB2F-75B251A04C9D}"/>
              </a:ext>
            </a:extLst>
          </p:cNvPr>
          <p:cNvSpPr>
            <a:spLocks noGrp="1"/>
          </p:cNvSpPr>
          <p:nvPr/>
        </p:nvSpPr>
        <p:spPr>
          <a:xfrm>
            <a:off x="45624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69" name="直線コネクタ 68">
            <a:extLst>
              <a:ext uri="{FF2B5EF4-FFF2-40B4-BE49-F238E27FC236}">
                <a16:creationId xmlns:a16="http://schemas.microsoft.com/office/drawing/2014/main" id="{17CA8120-E61A-4883-AD83-FF47EC2075E0}"/>
              </a:ext>
            </a:extLst>
          </p:cNvPr>
          <p:cNvSpPr>
            <a:spLocks noGrp="1"/>
          </p:cNvSpPr>
          <p:nvPr/>
        </p:nvSpPr>
        <p:spPr>
          <a:xfrm>
            <a:off x="55626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直線コネクタ 69">
            <a:extLst>
              <a:ext uri="{FF2B5EF4-FFF2-40B4-BE49-F238E27FC236}">
                <a16:creationId xmlns:a16="http://schemas.microsoft.com/office/drawing/2014/main" id="{DE248ECA-1889-443F-B2CA-0EAB0A41DF1A}"/>
              </a:ext>
            </a:extLst>
          </p:cNvPr>
          <p:cNvSpPr>
            <a:spLocks noGrp="1"/>
          </p:cNvSpPr>
          <p:nvPr/>
        </p:nvSpPr>
        <p:spPr>
          <a:xfrm>
            <a:off x="55626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71BF927-8166-4492-98A9-6E30712C8F6D}"/>
              </a:ext>
            </a:extLst>
          </p:cNvPr>
          <p:cNvSpPr>
            <a:spLocks noGrp="1"/>
          </p:cNvSpPr>
          <p:nvPr/>
        </p:nvSpPr>
        <p:spPr>
          <a:xfrm>
            <a:off x="56292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72" name="直線コネクタ 71">
            <a:extLst>
              <a:ext uri="{FF2B5EF4-FFF2-40B4-BE49-F238E27FC236}">
                <a16:creationId xmlns:a16="http://schemas.microsoft.com/office/drawing/2014/main" id="{588C68AA-4937-4559-86B7-CA2469A86168}"/>
              </a:ext>
            </a:extLst>
          </p:cNvPr>
          <p:cNvSpPr>
            <a:spLocks noGrp="1"/>
          </p:cNvSpPr>
          <p:nvPr/>
        </p:nvSpPr>
        <p:spPr>
          <a:xfrm>
            <a:off x="66294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直線コネクタ 72">
            <a:extLst>
              <a:ext uri="{FF2B5EF4-FFF2-40B4-BE49-F238E27FC236}">
                <a16:creationId xmlns:a16="http://schemas.microsoft.com/office/drawing/2014/main" id="{A4237A54-DB03-4227-A9ED-68131B7B353E}"/>
              </a:ext>
            </a:extLst>
          </p:cNvPr>
          <p:cNvSpPr>
            <a:spLocks noGrp="1"/>
          </p:cNvSpPr>
          <p:nvPr/>
        </p:nvSpPr>
        <p:spPr>
          <a:xfrm>
            <a:off x="66294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E9F3E8F-6667-4851-860F-0F1DF050F205}"/>
              </a:ext>
            </a:extLst>
          </p:cNvPr>
          <p:cNvSpPr>
            <a:spLocks noGrp="1"/>
          </p:cNvSpPr>
          <p:nvPr/>
        </p:nvSpPr>
        <p:spPr>
          <a:xfrm>
            <a:off x="66960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C0A22A8A-63FD-4999-A3B8-EC93326525E7}"/>
              </a:ext>
            </a:extLst>
          </p:cNvPr>
          <p:cNvSpPr>
            <a:spLocks noGrp="1"/>
          </p:cNvSpPr>
          <p:nvPr/>
        </p:nvSpPr>
        <p:spPr>
          <a:xfrm>
            <a:off x="8267700" y="1809750"/>
            <a:ext cx="320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Cランプ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30A9A2D3-ADAA-4349-85AC-3C50788E9883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32004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BFE0093F-6058-4377-A72C-A64F0ED16585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0D2D0F38-49C5-40DA-BE48-19D5B9EFBB5F}"/>
              </a:ext>
            </a:extLst>
          </p:cNvPr>
          <p:cNvSpPr>
            <a:spLocks noGrp="1"/>
          </p:cNvSpPr>
          <p:nvPr/>
        </p:nvSpPr>
        <p:spPr>
          <a:xfrm>
            <a:off x="83343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6FC04CE9-C186-402F-8BDD-087084FC2BDF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直線コネクタ 79">
            <a:extLst>
              <a:ext uri="{FF2B5EF4-FFF2-40B4-BE49-F238E27FC236}">
                <a16:creationId xmlns:a16="http://schemas.microsoft.com/office/drawing/2014/main" id="{C0FA41B1-D8B8-454C-9B75-6B65619E129E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A9C0E82-0AC5-4A31-A13E-345E97D951F4}"/>
              </a:ext>
            </a:extLst>
          </p:cNvPr>
          <p:cNvSpPr>
            <a:spLocks noGrp="1"/>
          </p:cNvSpPr>
          <p:nvPr/>
        </p:nvSpPr>
        <p:spPr>
          <a:xfrm>
            <a:off x="94011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161E0BF2-3D22-4A11-A3D2-E4BB20A39B93}"/>
              </a:ext>
            </a:extLst>
          </p:cNvPr>
          <p:cNvSpPr>
            <a:spLocks noGrp="1"/>
          </p:cNvSpPr>
          <p:nvPr/>
        </p:nvSpPr>
        <p:spPr>
          <a:xfrm>
            <a:off x="10401300" y="2133600"/>
            <a:ext cx="1066800" cy="2857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直線コネクタ 82">
            <a:extLst>
              <a:ext uri="{FF2B5EF4-FFF2-40B4-BE49-F238E27FC236}">
                <a16:creationId xmlns:a16="http://schemas.microsoft.com/office/drawing/2014/main" id="{5985F2F4-837D-4E5D-80C8-85A5E1115190}"/>
              </a:ext>
            </a:extLst>
          </p:cNvPr>
          <p:cNvSpPr>
            <a:spLocks noGrp="1"/>
          </p:cNvSpPr>
          <p:nvPr/>
        </p:nvSpPr>
        <p:spPr>
          <a:xfrm>
            <a:off x="10401300" y="21336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F752EF7-795F-45DB-86C6-A07EBC3FF6AB}"/>
              </a:ext>
            </a:extLst>
          </p:cNvPr>
          <p:cNvSpPr>
            <a:spLocks noGrp="1"/>
          </p:cNvSpPr>
          <p:nvPr/>
        </p:nvSpPr>
        <p:spPr>
          <a:xfrm>
            <a:off x="10467975" y="21717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85" name="直線コネクタ 84">
            <a:extLst>
              <a:ext uri="{FF2B5EF4-FFF2-40B4-BE49-F238E27FC236}">
                <a16:creationId xmlns:a16="http://schemas.microsoft.com/office/drawing/2014/main" id="{FE425718-4514-451D-9BB2-2CCDB3B728A1}"/>
              </a:ext>
            </a:extLst>
          </p:cNvPr>
          <p:cNvSpPr>
            <a:spLocks noGrp="1"/>
          </p:cNvSpPr>
          <p:nvPr/>
        </p:nvSpPr>
        <p:spPr>
          <a:xfrm>
            <a:off x="82677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45C584A-1539-47AB-BC3E-6EE10CE26BD3}"/>
              </a:ext>
            </a:extLst>
          </p:cNvPr>
          <p:cNvSpPr>
            <a:spLocks noGrp="1"/>
          </p:cNvSpPr>
          <p:nvPr/>
        </p:nvSpPr>
        <p:spPr>
          <a:xfrm>
            <a:off x="83343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NO.1</a:t>
            </a:r>
          </a:p>
        </p:txBody>
      </p:sp>
      <p:sp>
        <p:nvSpPr>
          <p:cNvPr id="87" name="直線コネクタ 86">
            <a:extLst>
              <a:ext uri="{FF2B5EF4-FFF2-40B4-BE49-F238E27FC236}">
                <a16:creationId xmlns:a16="http://schemas.microsoft.com/office/drawing/2014/main" id="{A17B70FF-EFE8-4D5A-8872-B82DD7C97805}"/>
              </a:ext>
            </a:extLst>
          </p:cNvPr>
          <p:cNvSpPr>
            <a:spLocks noGrp="1"/>
          </p:cNvSpPr>
          <p:nvPr/>
        </p:nvSpPr>
        <p:spPr>
          <a:xfrm>
            <a:off x="93345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直線コネクタ 87">
            <a:extLst>
              <a:ext uri="{FF2B5EF4-FFF2-40B4-BE49-F238E27FC236}">
                <a16:creationId xmlns:a16="http://schemas.microsoft.com/office/drawing/2014/main" id="{AC88791A-4CC2-4386-8E43-2555F0D2F34B}"/>
              </a:ext>
            </a:extLst>
          </p:cNvPr>
          <p:cNvSpPr>
            <a:spLocks noGrp="1"/>
          </p:cNvSpPr>
          <p:nvPr/>
        </p:nvSpPr>
        <p:spPr>
          <a:xfrm>
            <a:off x="93345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898C0FF-EF77-44D2-A966-C0E7F7877175}"/>
              </a:ext>
            </a:extLst>
          </p:cNvPr>
          <p:cNvSpPr>
            <a:spLocks noGrp="1"/>
          </p:cNvSpPr>
          <p:nvPr/>
        </p:nvSpPr>
        <p:spPr>
          <a:xfrm>
            <a:off x="94011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0.8</a:t>
            </a:r>
          </a:p>
        </p:txBody>
      </p:sp>
      <p:sp>
        <p:nvSpPr>
          <p:cNvPr id="90" name="直線コネクタ 89">
            <a:extLst>
              <a:ext uri="{FF2B5EF4-FFF2-40B4-BE49-F238E27FC236}">
                <a16:creationId xmlns:a16="http://schemas.microsoft.com/office/drawing/2014/main" id="{83EC7832-55A2-450A-8F6F-26C7BC5ECDB5}"/>
              </a:ext>
            </a:extLst>
          </p:cNvPr>
          <p:cNvSpPr>
            <a:spLocks noGrp="1"/>
          </p:cNvSpPr>
          <p:nvPr/>
        </p:nvSpPr>
        <p:spPr>
          <a:xfrm>
            <a:off x="10401300" y="24193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直線コネクタ 90">
            <a:extLst>
              <a:ext uri="{FF2B5EF4-FFF2-40B4-BE49-F238E27FC236}">
                <a16:creationId xmlns:a16="http://schemas.microsoft.com/office/drawing/2014/main" id="{A229AAB1-E7A3-4F4E-BE46-A0D430C5E837}"/>
              </a:ext>
            </a:extLst>
          </p:cNvPr>
          <p:cNvSpPr>
            <a:spLocks noGrp="1"/>
          </p:cNvSpPr>
          <p:nvPr/>
        </p:nvSpPr>
        <p:spPr>
          <a:xfrm>
            <a:off x="10401300" y="24193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ECC715B-9967-40AF-A835-214E9F4B7405}"/>
              </a:ext>
            </a:extLst>
          </p:cNvPr>
          <p:cNvSpPr>
            <a:spLocks noGrp="1"/>
          </p:cNvSpPr>
          <p:nvPr/>
        </p:nvSpPr>
        <p:spPr>
          <a:xfrm>
            <a:off x="10467975" y="24574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1.1</a:t>
            </a:r>
          </a:p>
        </p:txBody>
      </p:sp>
      <p:sp>
        <p:nvSpPr>
          <p:cNvPr id="93" name="直線コネクタ 92">
            <a:extLst>
              <a:ext uri="{FF2B5EF4-FFF2-40B4-BE49-F238E27FC236}">
                <a16:creationId xmlns:a16="http://schemas.microsoft.com/office/drawing/2014/main" id="{BDCD8EF3-D041-4CA4-B01C-08F1E1C43256}"/>
              </a:ext>
            </a:extLst>
          </p:cNvPr>
          <p:cNvSpPr>
            <a:spLocks noGrp="1"/>
          </p:cNvSpPr>
          <p:nvPr/>
        </p:nvSpPr>
        <p:spPr>
          <a:xfrm>
            <a:off x="82677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8E860195-F475-4F92-836F-A121DF30C342}"/>
              </a:ext>
            </a:extLst>
          </p:cNvPr>
          <p:cNvSpPr>
            <a:spLocks noGrp="1"/>
          </p:cNvSpPr>
          <p:nvPr/>
        </p:nvSpPr>
        <p:spPr>
          <a:xfrm>
            <a:off x="83343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NO.2</a:t>
            </a:r>
          </a:p>
        </p:txBody>
      </p:sp>
      <p:sp>
        <p:nvSpPr>
          <p:cNvPr id="95" name="直線コネクタ 94">
            <a:extLst>
              <a:ext uri="{FF2B5EF4-FFF2-40B4-BE49-F238E27FC236}">
                <a16:creationId xmlns:a16="http://schemas.microsoft.com/office/drawing/2014/main" id="{99775BCE-CE84-427B-A93A-894F0DAAC0ED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直線コネクタ 95">
            <a:extLst>
              <a:ext uri="{FF2B5EF4-FFF2-40B4-BE49-F238E27FC236}">
                <a16:creationId xmlns:a16="http://schemas.microsoft.com/office/drawing/2014/main" id="{A5F1D1A3-BC42-4860-AC83-87C9FB9676A8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C6511B08-2CAB-4031-B3B4-14DDEA8E5887}"/>
              </a:ext>
            </a:extLst>
          </p:cNvPr>
          <p:cNvSpPr>
            <a:spLocks noGrp="1"/>
          </p:cNvSpPr>
          <p:nvPr/>
        </p:nvSpPr>
        <p:spPr>
          <a:xfrm>
            <a:off x="94011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1.0</a:t>
            </a:r>
          </a:p>
        </p:txBody>
      </p:sp>
      <p:sp>
        <p:nvSpPr>
          <p:cNvPr id="98" name="直線コネクタ 97">
            <a:extLst>
              <a:ext uri="{FF2B5EF4-FFF2-40B4-BE49-F238E27FC236}">
                <a16:creationId xmlns:a16="http://schemas.microsoft.com/office/drawing/2014/main" id="{8A5F662E-6FC9-41D0-8E6A-72C0ABE185EB}"/>
              </a:ext>
            </a:extLst>
          </p:cNvPr>
          <p:cNvSpPr>
            <a:spLocks noGrp="1"/>
          </p:cNvSpPr>
          <p:nvPr/>
        </p:nvSpPr>
        <p:spPr>
          <a:xfrm>
            <a:off x="10401300" y="307340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直線コネクタ 98">
            <a:extLst>
              <a:ext uri="{FF2B5EF4-FFF2-40B4-BE49-F238E27FC236}">
                <a16:creationId xmlns:a16="http://schemas.microsoft.com/office/drawing/2014/main" id="{91FF4B74-9A4B-4569-9F0C-E9407D35990B}"/>
              </a:ext>
            </a:extLst>
          </p:cNvPr>
          <p:cNvSpPr>
            <a:spLocks noGrp="1"/>
          </p:cNvSpPr>
          <p:nvPr/>
        </p:nvSpPr>
        <p:spPr>
          <a:xfrm>
            <a:off x="10401300" y="307340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B7551420-01D4-4F56-8F8C-077C8DAF3DAE}"/>
              </a:ext>
            </a:extLst>
          </p:cNvPr>
          <p:cNvSpPr>
            <a:spLocks noGrp="1"/>
          </p:cNvSpPr>
          <p:nvPr/>
        </p:nvSpPr>
        <p:spPr>
          <a:xfrm>
            <a:off x="10467975" y="311150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0.4</a:t>
            </a:r>
          </a:p>
        </p:txBody>
      </p:sp>
      <p:sp>
        <p:nvSpPr>
          <p:cNvPr id="101" name="直線コネクタ 100">
            <a:extLst>
              <a:ext uri="{FF2B5EF4-FFF2-40B4-BE49-F238E27FC236}">
                <a16:creationId xmlns:a16="http://schemas.microsoft.com/office/drawing/2014/main" id="{F412F83B-46A2-4BBD-8F71-3AEAB97943A6}"/>
              </a:ext>
            </a:extLst>
          </p:cNvPr>
          <p:cNvSpPr>
            <a:spLocks noGrp="1"/>
          </p:cNvSpPr>
          <p:nvPr/>
        </p:nvSpPr>
        <p:spPr>
          <a:xfrm>
            <a:off x="82677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DDE018CD-66FA-4134-B348-8AF689E35C6D}"/>
              </a:ext>
            </a:extLst>
          </p:cNvPr>
          <p:cNvSpPr>
            <a:spLocks noGrp="1"/>
          </p:cNvSpPr>
          <p:nvPr/>
        </p:nvSpPr>
        <p:spPr>
          <a:xfrm>
            <a:off x="83343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103" name="直線コネクタ 102">
            <a:extLst>
              <a:ext uri="{FF2B5EF4-FFF2-40B4-BE49-F238E27FC236}">
                <a16:creationId xmlns:a16="http://schemas.microsoft.com/office/drawing/2014/main" id="{C79E36D6-4DB6-4FF9-BC84-A7E0A343DCFD}"/>
              </a:ext>
            </a:extLst>
          </p:cNvPr>
          <p:cNvSpPr>
            <a:spLocks noGrp="1"/>
          </p:cNvSpPr>
          <p:nvPr/>
        </p:nvSpPr>
        <p:spPr>
          <a:xfrm>
            <a:off x="93345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直線コネクタ 103">
            <a:extLst>
              <a:ext uri="{FF2B5EF4-FFF2-40B4-BE49-F238E27FC236}">
                <a16:creationId xmlns:a16="http://schemas.microsoft.com/office/drawing/2014/main" id="{5208BCA5-42AF-4381-8957-442BCD0259A6}"/>
              </a:ext>
            </a:extLst>
          </p:cNvPr>
          <p:cNvSpPr>
            <a:spLocks noGrp="1"/>
          </p:cNvSpPr>
          <p:nvPr/>
        </p:nvSpPr>
        <p:spPr>
          <a:xfrm>
            <a:off x="93345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34B60DAE-A421-42BF-95B3-BADA8F7FFD9B}"/>
              </a:ext>
            </a:extLst>
          </p:cNvPr>
          <p:cNvSpPr>
            <a:spLocks noGrp="1"/>
          </p:cNvSpPr>
          <p:nvPr/>
        </p:nvSpPr>
        <p:spPr>
          <a:xfrm>
            <a:off x="94011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106" name="直線コネクタ 105">
            <a:extLst>
              <a:ext uri="{FF2B5EF4-FFF2-40B4-BE49-F238E27FC236}">
                <a16:creationId xmlns:a16="http://schemas.microsoft.com/office/drawing/2014/main" id="{B06132D0-105B-4686-A9C7-576EDB362641}"/>
              </a:ext>
            </a:extLst>
          </p:cNvPr>
          <p:cNvSpPr>
            <a:spLocks noGrp="1"/>
          </p:cNvSpPr>
          <p:nvPr/>
        </p:nvSpPr>
        <p:spPr>
          <a:xfrm>
            <a:off x="10401300" y="3727450"/>
            <a:ext cx="0" cy="6540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直線コネクタ 106">
            <a:extLst>
              <a:ext uri="{FF2B5EF4-FFF2-40B4-BE49-F238E27FC236}">
                <a16:creationId xmlns:a16="http://schemas.microsoft.com/office/drawing/2014/main" id="{4FAB51ED-7D4F-4980-B359-1FD8B5204B22}"/>
              </a:ext>
            </a:extLst>
          </p:cNvPr>
          <p:cNvSpPr>
            <a:spLocks noGrp="1"/>
          </p:cNvSpPr>
          <p:nvPr/>
        </p:nvSpPr>
        <p:spPr>
          <a:xfrm>
            <a:off x="10401300" y="3727450"/>
            <a:ext cx="1066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1FDFC9EB-6A0E-4A74-8D96-81B3847ED1DF}"/>
              </a:ext>
            </a:extLst>
          </p:cNvPr>
          <p:cNvSpPr>
            <a:spLocks noGrp="1"/>
          </p:cNvSpPr>
          <p:nvPr/>
        </p:nvSpPr>
        <p:spPr>
          <a:xfrm>
            <a:off x="10467975" y="3765550"/>
            <a:ext cx="933450" cy="57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D58A230D-4D67-42B6-BFA9-54F5F2D0FACA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① すべての表・測点を解析</a:t>
            </a:r>
          </a:p>
        </p:txBody>
      </p:sp>
      <p:sp>
        <p:nvSpPr>
          <p:cNvPr id="110" name="直線コネクタ 109">
            <a:extLst>
              <a:ext uri="{FF2B5EF4-FFF2-40B4-BE49-F238E27FC236}">
                <a16:creationId xmlns:a16="http://schemas.microsoft.com/office/drawing/2014/main" id="{A36B861B-125C-4F3B-BB2F-5FE76F005260}"/>
              </a:ext>
            </a:extLst>
          </p:cNvPr>
          <p:cNvSpPr>
            <a:spLocks noGrp="1"/>
          </p:cNvSpPr>
          <p:nvPr/>
        </p:nvSpPr>
        <p:spPr>
          <a:xfrm>
            <a:off x="3086100" y="4705350"/>
            <a:ext cx="59436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2DE197C-6253-4E43-90A4-AC25F1F84969}"/>
              </a:ext>
            </a:extLst>
          </p:cNvPr>
          <p:cNvSpPr>
            <a:spLocks noGrp="1"/>
          </p:cNvSpPr>
          <p:nvPr/>
        </p:nvSpPr>
        <p:spPr>
          <a:xfrm>
            <a:off x="4533900" y="4914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② 路線名を各表へ付与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47EEE1E3-D69E-47A7-86D2-4B818F75F79C}"/>
              </a:ext>
            </a:extLst>
          </p:cNvPr>
          <p:cNvSpPr>
            <a:spLocks noGrp="1"/>
          </p:cNvSpPr>
          <p:nvPr/>
        </p:nvSpPr>
        <p:spPr>
          <a:xfrm>
            <a:off x="5810250" y="5219700"/>
            <a:ext cx="57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5194AE4E-18BB-4E1B-A2D1-C8D99B8F69D5}"/>
              </a:ext>
            </a:extLst>
          </p:cNvPr>
          <p:cNvSpPr>
            <a:spLocks noGrp="1"/>
          </p:cNvSpPr>
          <p:nvPr/>
        </p:nvSpPr>
        <p:spPr>
          <a:xfrm>
            <a:off x="4171950" y="5657850"/>
            <a:ext cx="3848100" cy="419100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A15380D4-255D-43FC-9D0D-F51393933ACC}"/>
              </a:ext>
            </a:extLst>
          </p:cNvPr>
          <p:cNvSpPr>
            <a:spLocks noGrp="1"/>
          </p:cNvSpPr>
          <p:nvPr/>
        </p:nvSpPr>
        <p:spPr>
          <a:xfrm>
            <a:off x="4324350" y="5753100"/>
            <a:ext cx="3543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③ 本線のレコードだけをExcelへ</a:t>
            </a:r>
          </a:p>
        </p:txBody>
      </p:sp>
      <p:sp>
        <p:nvSpPr>
          <p:cNvPr id="117" name="shape-3">
            <a:extLst>
              <a:ext uri="{FF2B5EF4-FFF2-40B4-BE49-F238E27FC236}">
                <a16:creationId xmlns:a16="http://schemas.microsoft.com/office/drawing/2014/main" id="{38701A44-D177-D407-CE16-FD738C6A3E6D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508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7F949D2-1009-443D-B9DD-E6939D73F5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C101754-83B0-42D9-BE17-36B5BA56D137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6BB8D55-CF42-404B-AC15-0FBA2AEC0FB2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11  STATION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EAA35D32-8F49-45F9-BDCC-574B15FA877A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測点候補はレイヤーと表記ルールで絞る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E8ACDA21-B24D-4764-89E2-3145788C1817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候補は D-BMK-HTXT レイヤー上の NO.表記。一般数値や別レイヤーの文字は除外します。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70E84C6F-DB5C-4CE3-A47C-9E056D60D261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9EAB88-D941-4C3F-847A-9E6E803E9A4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5219700" cy="4229100"/>
          </a:xfrm>
          <a:prstGeom prst="rect">
            <a:avLst/>
          </a:prstGeom>
          <a:solidFill>
            <a:srgbClr val="E8F7F1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7425CA-E4E0-4DC5-9DD7-74A485AA8455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219700" cy="4229100"/>
          </a:xfrm>
          <a:prstGeom prst="rect">
            <a:avLst/>
          </a:prstGeom>
          <a:solidFill>
            <a:srgbClr val="F3F5F5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049FACB-E369-42E8-B3E4-CACF3ED96795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447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採用する例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5D5361E-F9E9-4AE9-B510-67617C127F58}"/>
              </a:ext>
            </a:extLst>
          </p:cNvPr>
          <p:cNvSpPr>
            <a:spLocks noGrp="1"/>
          </p:cNvSpPr>
          <p:nvPr/>
        </p:nvSpPr>
        <p:spPr>
          <a:xfrm>
            <a:off x="6705600" y="1790700"/>
            <a:ext cx="447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採用しない例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156A4EC-FD1D-40EE-97BB-E022A543860F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152400" cy="15240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3C65EC9-2FA4-49FF-ACC3-E6D82CE535A8}"/>
              </a:ext>
            </a:extLst>
          </p:cNvPr>
          <p:cNvSpPr>
            <a:spLocks noGrp="1"/>
          </p:cNvSpPr>
          <p:nvPr/>
        </p:nvSpPr>
        <p:spPr>
          <a:xfrm>
            <a:off x="1257300" y="240030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D2BDE08-50D5-471F-A118-A92F16636A4C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152400" cy="15240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5E93A72-ED45-4970-B543-1D3DBA8AB6F5}"/>
              </a:ext>
            </a:extLst>
          </p:cNvPr>
          <p:cNvSpPr>
            <a:spLocks noGrp="1"/>
          </p:cNvSpPr>
          <p:nvPr/>
        </p:nvSpPr>
        <p:spPr>
          <a:xfrm>
            <a:off x="1257300" y="308610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NO.123+10.5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D10A8D0-02AC-4B54-805B-C316377B2FC8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152400" cy="15240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79304DF-9E79-49DE-A2F0-43897AD1F507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361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（NO.124）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5CEFFBD-CE2A-4ED5-87F4-278B4681592A}"/>
              </a:ext>
            </a:extLst>
          </p:cNvPr>
          <p:cNvSpPr>
            <a:spLocks noGrp="1"/>
          </p:cNvSpPr>
          <p:nvPr/>
        </p:nvSpPr>
        <p:spPr>
          <a:xfrm>
            <a:off x="6781800" y="2514600"/>
            <a:ext cx="152400" cy="152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8619AFB-B95F-425D-BF88-79C8AF8ABD30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123  （一般的な数字）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0438E77B-E640-481B-86F4-9986BD069C22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152400" cy="152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31D4DE9-245B-4DF2-94C2-647182D01856}"/>
              </a:ext>
            </a:extLst>
          </p:cNvPr>
          <p:cNvSpPr>
            <a:spLocks noGrp="1"/>
          </p:cNvSpPr>
          <p:nvPr/>
        </p:nvSpPr>
        <p:spPr>
          <a:xfrm>
            <a:off x="7124700" y="30861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  （表記が異なる）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AC66357-01F1-4EA0-B21D-D3737BA544AB}"/>
              </a:ext>
            </a:extLst>
          </p:cNvPr>
          <p:cNvSpPr>
            <a:spLocks noGrp="1"/>
          </p:cNvSpPr>
          <p:nvPr/>
        </p:nvSpPr>
        <p:spPr>
          <a:xfrm>
            <a:off x="6781800" y="3886200"/>
            <a:ext cx="152400" cy="152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FFDE8FC-D29C-4564-AB8C-7B32C213F6E1}"/>
              </a:ext>
            </a:extLst>
          </p:cNvPr>
          <p:cNvSpPr>
            <a:spLocks noGrp="1"/>
          </p:cNvSpPr>
          <p:nvPr/>
        </p:nvSpPr>
        <p:spPr>
          <a:xfrm>
            <a:off x="7124700" y="37719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NO.125  （別レイヤー）</a:t>
            </a:r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F512A39C-6F67-4189-800A-84BB6405BB64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46863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23345ED-7EE7-4B53-9399-3C5DF1AD6453}"/>
              </a:ext>
            </a:extLst>
          </p:cNvPr>
          <p:cNvSpPr>
            <a:spLocks noGrp="1"/>
          </p:cNvSpPr>
          <p:nvPr/>
        </p:nvSpPr>
        <p:spPr>
          <a:xfrm>
            <a:off x="1200150" y="50101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表記ルール  ×  レイヤー一致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D411C9B9-ED91-46A5-872E-B6604FF657FB}"/>
              </a:ext>
            </a:extLst>
          </p:cNvPr>
          <p:cNvSpPr>
            <a:spLocks noGrp="1"/>
          </p:cNvSpPr>
          <p:nvPr/>
        </p:nvSpPr>
        <p:spPr>
          <a:xfrm>
            <a:off x="6686550" y="4762500"/>
            <a:ext cx="46863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708621A-04F1-45E6-B27A-AD86E2FAB0FA}"/>
              </a:ext>
            </a:extLst>
          </p:cNvPr>
          <p:cNvSpPr>
            <a:spLocks noGrp="1"/>
          </p:cNvSpPr>
          <p:nvPr/>
        </p:nvSpPr>
        <p:spPr>
          <a:xfrm>
            <a:off x="7067550" y="50101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数字らしさだけでは候補にしない</a:t>
            </a:r>
          </a:p>
        </p:txBody>
      </p:sp>
      <p:sp>
        <p:nvSpPr>
          <p:cNvPr id="29" name="shape-3">
            <a:extLst>
              <a:ext uri="{FF2B5EF4-FFF2-40B4-BE49-F238E27FC236}">
                <a16:creationId xmlns:a16="http://schemas.microsoft.com/office/drawing/2014/main" id="{ACE7D01C-034C-CC4A-1BCB-17A83BF8D44E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33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B28FBFB-8F06-48C2-AE7C-B53E803B83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10B3216-E587-4FDD-8C69-D134C06333D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5B141BC-D210-4E89-878C-77A2BDB6496B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12  CL PATH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D86813E3-484A-4847-A706-E37641C1EC2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 → CL → 測点の順で中心測点を選ぶ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B1429B31-4A51-427F-8E28-F099413A56BB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D-BMKレイヤー上の完全一致 TEXT「CL」「C.L」「C.L.」がある場合の対応付けです。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B47B453-D339-43CE-B085-08B46AE6CC08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E8FAED-B33C-47AD-ADF0-D9457B312F0F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2647950" cy="3009900"/>
          </a:xfrm>
          <a:prstGeom prst="rect">
            <a:avLst/>
          </a:prstGeom>
          <a:solidFill>
            <a:srgbClr val="FFFFFF"/>
          </a:solidFill>
          <a:ln w="14288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8A386D7-86F1-4EB9-9342-AD95E932EAD0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2647950" cy="438150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4C1A47E-8D0D-48C1-BEC2-9ADB440A3417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2305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土工表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8DE5A5A-6556-408E-B0A0-EB683EE4322D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9E6B1D-B879-4DAB-9779-D58B66AA34FA}"/>
              </a:ext>
            </a:extLst>
          </p:cNvPr>
          <p:cNvSpPr>
            <a:spLocks noGrp="1"/>
          </p:cNvSpPr>
          <p:nvPr/>
        </p:nvSpPr>
        <p:spPr>
          <a:xfrm>
            <a:off x="2190750" y="236220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8.1</a:t>
            </a:r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2F07ED75-05CD-4090-8424-8B53FABBD3F3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647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3A17C4-42B3-43A6-A6C0-D22D660DC58F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0FF000F-A0D9-4321-A5A8-3E3FE19566A0}"/>
              </a:ext>
            </a:extLst>
          </p:cNvPr>
          <p:cNvSpPr>
            <a:spLocks noGrp="1"/>
          </p:cNvSpPr>
          <p:nvPr/>
        </p:nvSpPr>
        <p:spPr>
          <a:xfrm>
            <a:off x="2190750" y="29146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10.5</a:t>
            </a:r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310B04E8-CF93-44F1-B0CA-AF95D1979CE1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647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D31A93D-6B22-48C5-A79B-30CDF1480544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088A9E-6840-47C3-BB96-1F592DF3F3D1}"/>
              </a:ext>
            </a:extLst>
          </p:cNvPr>
          <p:cNvSpPr>
            <a:spLocks noGrp="1"/>
          </p:cNvSpPr>
          <p:nvPr/>
        </p:nvSpPr>
        <p:spPr>
          <a:xfrm>
            <a:off x="2190750" y="346710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12.3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59C76368-D349-4D9D-9257-82468D4688D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2647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42654C-0505-43B7-9085-E3D12AA84CFD}"/>
              </a:ext>
            </a:extLst>
          </p:cNvPr>
          <p:cNvSpPr>
            <a:spLocks noGrp="1"/>
          </p:cNvSpPr>
          <p:nvPr/>
        </p:nvSpPr>
        <p:spPr>
          <a:xfrm>
            <a:off x="838200" y="40195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FECEFF6-1174-4DD0-BFAD-4DAF4EF0906E}"/>
              </a:ext>
            </a:extLst>
          </p:cNvPr>
          <p:cNvSpPr>
            <a:spLocks noGrp="1"/>
          </p:cNvSpPr>
          <p:nvPr/>
        </p:nvSpPr>
        <p:spPr>
          <a:xfrm>
            <a:off x="2190750" y="40195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0A7E0BB-08AD-432B-9FB4-F809044B04D1}"/>
              </a:ext>
            </a:extLst>
          </p:cNvPr>
          <p:cNvSpPr>
            <a:spLocks noGrp="1"/>
          </p:cNvSpPr>
          <p:nvPr/>
        </p:nvSpPr>
        <p:spPr>
          <a:xfrm>
            <a:off x="3562350" y="15811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① 表 → 最も近いCL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AB9AE3E9-BFF5-4430-8C22-A324E1923BFB}"/>
              </a:ext>
            </a:extLst>
          </p:cNvPr>
          <p:cNvSpPr>
            <a:spLocks noGrp="1"/>
          </p:cNvSpPr>
          <p:nvPr/>
        </p:nvSpPr>
        <p:spPr>
          <a:xfrm>
            <a:off x="3257549" y="2724149"/>
            <a:ext cx="3605213" cy="380997"/>
          </a:xfrm>
          <a:prstGeom prst="line">
            <a:avLst/>
          </a:prstGeom>
          <a:solidFill>
            <a:srgbClr val="000000">
              <a:alpha val="0"/>
            </a:srgbClr>
          </a:solidFill>
          <a:ln w="23813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5213519F-4AAE-464A-8E95-3DB128301CC4}"/>
              </a:ext>
            </a:extLst>
          </p:cNvPr>
          <p:cNvSpPr>
            <a:spLocks noGrp="1"/>
          </p:cNvSpPr>
          <p:nvPr/>
        </p:nvSpPr>
        <p:spPr>
          <a:xfrm>
            <a:off x="6948487" y="3009900"/>
            <a:ext cx="266700" cy="26670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D7638D52-C582-4453-9BE0-3EB78CF79EB4}"/>
              </a:ext>
            </a:extLst>
          </p:cNvPr>
          <p:cNvSpPr>
            <a:spLocks noGrp="1"/>
          </p:cNvSpPr>
          <p:nvPr/>
        </p:nvSpPr>
        <p:spPr>
          <a:xfrm>
            <a:off x="7081837" y="2190750"/>
            <a:ext cx="0" cy="2305050"/>
          </a:xfrm>
          <a:prstGeom prst="line">
            <a:avLst/>
          </a:prstGeom>
          <a:solidFill>
            <a:srgbClr val="000000">
              <a:alpha val="0"/>
            </a:srgbClr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55B9EA5-C5C8-48D6-A260-B22356A9D5EA}"/>
              </a:ext>
            </a:extLst>
          </p:cNvPr>
          <p:cNvSpPr>
            <a:spLocks noGrp="1"/>
          </p:cNvSpPr>
          <p:nvPr/>
        </p:nvSpPr>
        <p:spPr>
          <a:xfrm>
            <a:off x="6862762" y="1803837"/>
            <a:ext cx="43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CL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C9BE8D1-8785-4467-B913-52114749D982}"/>
              </a:ext>
            </a:extLst>
          </p:cNvPr>
          <p:cNvSpPr>
            <a:spLocks noGrp="1"/>
          </p:cNvSpPr>
          <p:nvPr/>
        </p:nvSpPr>
        <p:spPr>
          <a:xfrm>
            <a:off x="6295696" y="1581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② CL → </a:t>
            </a:r>
            <a:r>
              <a:rPr sz="1050" b="1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最も近い測点</a:t>
            </a:r>
            <a:endParaRPr sz="1050" b="1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C7674F87-83B2-4B54-BE5B-5D01A8756A52}"/>
              </a:ext>
            </a:extLst>
          </p:cNvPr>
          <p:cNvSpPr>
            <a:spLocks noGrp="1"/>
          </p:cNvSpPr>
          <p:nvPr/>
        </p:nvSpPr>
        <p:spPr>
          <a:xfrm>
            <a:off x="4438650" y="2952750"/>
            <a:ext cx="0" cy="41910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B306DC0B-160A-4E25-ADCA-18544764F97E}"/>
              </a:ext>
            </a:extLst>
          </p:cNvPr>
          <p:cNvSpPr>
            <a:spLocks noGrp="1"/>
          </p:cNvSpPr>
          <p:nvPr/>
        </p:nvSpPr>
        <p:spPr>
          <a:xfrm>
            <a:off x="4371975" y="3095625"/>
            <a:ext cx="133350" cy="1333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8A223F1-8B63-4411-A35D-9A2DC61E0656}"/>
              </a:ext>
            </a:extLst>
          </p:cNvPr>
          <p:cNvSpPr>
            <a:spLocks noGrp="1"/>
          </p:cNvSpPr>
          <p:nvPr/>
        </p:nvSpPr>
        <p:spPr>
          <a:xfrm>
            <a:off x="3848100" y="2301105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NO.122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F95928C-C4E4-4303-BDF9-1E2025BD50E8}"/>
              </a:ext>
            </a:extLst>
          </p:cNvPr>
          <p:cNvSpPr>
            <a:spLocks noGrp="1"/>
          </p:cNvSpPr>
          <p:nvPr/>
        </p:nvSpPr>
        <p:spPr>
          <a:xfrm>
            <a:off x="5981702" y="227253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8525DAA9-E827-4D11-AB74-B0193405A534}"/>
              </a:ext>
            </a:extLst>
          </p:cNvPr>
          <p:cNvSpPr>
            <a:spLocks noGrp="1"/>
          </p:cNvSpPr>
          <p:nvPr/>
        </p:nvSpPr>
        <p:spPr>
          <a:xfrm>
            <a:off x="10096500" y="2952750"/>
            <a:ext cx="0" cy="41910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F24FBACF-E0E5-475D-A7D8-4A3873896929}"/>
              </a:ext>
            </a:extLst>
          </p:cNvPr>
          <p:cNvSpPr>
            <a:spLocks noGrp="1"/>
          </p:cNvSpPr>
          <p:nvPr/>
        </p:nvSpPr>
        <p:spPr>
          <a:xfrm>
            <a:off x="10029825" y="3095625"/>
            <a:ext cx="133350" cy="1333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71E5AE1-F813-4E81-99D6-9457282C4B82}"/>
              </a:ext>
            </a:extLst>
          </p:cNvPr>
          <p:cNvSpPr>
            <a:spLocks noGrp="1"/>
          </p:cNvSpPr>
          <p:nvPr/>
        </p:nvSpPr>
        <p:spPr>
          <a:xfrm>
            <a:off x="9505950" y="2301105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8193DAF-8653-4159-9D37-74A09BD29EAD}"/>
              </a:ext>
            </a:extLst>
          </p:cNvPr>
          <p:cNvSpPr>
            <a:spLocks noGrp="1"/>
          </p:cNvSpPr>
          <p:nvPr/>
        </p:nvSpPr>
        <p:spPr>
          <a:xfrm>
            <a:off x="6396037" y="4224502"/>
            <a:ext cx="1371600" cy="685800"/>
          </a:xfrm>
          <a:prstGeom prst="rect">
            <a:avLst/>
          </a:prstGeom>
          <a:solidFill>
            <a:srgbClr val="E8F7F1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1A28E9E-9955-4B50-ACF1-94D20CA32061}"/>
              </a:ext>
            </a:extLst>
          </p:cNvPr>
          <p:cNvSpPr>
            <a:spLocks noGrp="1"/>
          </p:cNvSpPr>
          <p:nvPr/>
        </p:nvSpPr>
        <p:spPr>
          <a:xfrm>
            <a:off x="6548437" y="4319752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 dirty="0" err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中心測点</a:t>
            </a:r>
            <a:endParaRPr sz="900" b="1" dirty="0">
              <a:solidFill>
                <a:srgbClr val="007E5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F1C4689-6CFC-4F97-9A82-B4C669D1CE3B}"/>
              </a:ext>
            </a:extLst>
          </p:cNvPr>
          <p:cNvSpPr>
            <a:spLocks noGrp="1"/>
          </p:cNvSpPr>
          <p:nvPr/>
        </p:nvSpPr>
        <p:spPr>
          <a:xfrm>
            <a:off x="6548437" y="4586452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BFAEEE0-3CF3-46D8-8B77-6600C7E934D5}"/>
              </a:ext>
            </a:extLst>
          </p:cNvPr>
          <p:cNvSpPr>
            <a:spLocks noGrp="1"/>
          </p:cNvSpPr>
          <p:nvPr/>
        </p:nvSpPr>
        <p:spPr>
          <a:xfrm>
            <a:off x="6872287" y="4910302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↓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23C5B03-5969-4CEC-BD66-8432448F164B}"/>
              </a:ext>
            </a:extLst>
          </p:cNvPr>
          <p:cNvSpPr>
            <a:spLocks noGrp="1"/>
          </p:cNvSpPr>
          <p:nvPr/>
        </p:nvSpPr>
        <p:spPr>
          <a:xfrm>
            <a:off x="3905250" y="5295900"/>
            <a:ext cx="4381500" cy="4000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9421BC4-3F3C-4610-A33A-636B72474293}"/>
              </a:ext>
            </a:extLst>
          </p:cNvPr>
          <p:cNvSpPr>
            <a:spLocks noGrp="1"/>
          </p:cNvSpPr>
          <p:nvPr/>
        </p:nvSpPr>
        <p:spPr>
          <a:xfrm>
            <a:off x="4000500" y="5343525"/>
            <a:ext cx="419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距離内 ＋ 一意性を確認して採用</a:t>
            </a:r>
          </a:p>
        </p:txBody>
      </p:sp>
      <p:sp>
        <p:nvSpPr>
          <p:cNvPr id="28" name="shape-3">
            <a:extLst>
              <a:ext uri="{FF2B5EF4-FFF2-40B4-BE49-F238E27FC236}">
                <a16:creationId xmlns:a16="http://schemas.microsoft.com/office/drawing/2014/main" id="{2BC49B10-AD5C-6A54-5D9A-0DD91E09A518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9165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577BE62-29BD-4E26-9229-EA2A7BED6C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9BB69C6-8C5E-47DC-ACB7-C5E584EB323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8082EC5-7D77-4B84-9A08-8446138A6A86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13  NO CL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A70F0ADD-3286-4094-9336-1BE0582AAF4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一意に決められる場合だけ測点を採用する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C5A02CAB-838F-4037-A7EA-5446840C74B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CL TEXTを読めないときは、最寄り関係と距離を双方向に確認し、曖昧なら停止します。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64AA22FF-19CB-4439-AD3A-8E9CD2ABC58F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703FFA-B9BD-4C1F-959E-CACDF46F363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771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CL TEXTなし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E36A7D-BE62-4128-9C5D-9B3558F3874E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A05E6A-2E75-4654-B3C8-A5CE7256DF7D}"/>
              </a:ext>
            </a:extLst>
          </p:cNvPr>
          <p:cNvSpPr>
            <a:spLocks noGrp="1"/>
          </p:cNvSpPr>
          <p:nvPr/>
        </p:nvSpPr>
        <p:spPr>
          <a:xfrm>
            <a:off x="838200" y="221932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3F62454-623C-49A5-9640-964475B1BEDA}"/>
              </a:ext>
            </a:extLst>
          </p:cNvPr>
          <p:cNvSpPr>
            <a:spLocks noGrp="1"/>
          </p:cNvSpPr>
          <p:nvPr/>
        </p:nvSpPr>
        <p:spPr>
          <a:xfrm>
            <a:off x="1371600" y="2038350"/>
            <a:ext cx="4743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CC0325-369B-4EF3-90F9-034D3A7D436A}"/>
              </a:ext>
            </a:extLst>
          </p:cNvPr>
          <p:cNvSpPr>
            <a:spLocks noGrp="1"/>
          </p:cNvSpPr>
          <p:nvPr/>
        </p:nvSpPr>
        <p:spPr>
          <a:xfrm>
            <a:off x="1600200" y="21526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各表に候補が1つ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44E4ADF-1B21-4F05-A97E-752C9EE1A4AD}"/>
              </a:ext>
            </a:extLst>
          </p:cNvPr>
          <p:cNvSpPr>
            <a:spLocks noGrp="1"/>
          </p:cNvSpPr>
          <p:nvPr/>
        </p:nvSpPr>
        <p:spPr>
          <a:xfrm>
            <a:off x="1600200" y="245745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測点→最寄り表で整理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9930FC5E-C10F-4113-BD01-DDF03EBC3044}"/>
              </a:ext>
            </a:extLst>
          </p:cNvPr>
          <p:cNvSpPr>
            <a:spLocks noGrp="1"/>
          </p:cNvSpPr>
          <p:nvPr/>
        </p:nvSpPr>
        <p:spPr>
          <a:xfrm>
            <a:off x="981075" y="2495550"/>
            <a:ext cx="0" cy="7429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C29E11A-450E-4FD0-A3D7-8382353E4C07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D934C44-FEFC-404F-A7ED-CD75DC3A7D03}"/>
              </a:ext>
            </a:extLst>
          </p:cNvPr>
          <p:cNvSpPr>
            <a:spLocks noGrp="1"/>
          </p:cNvSpPr>
          <p:nvPr/>
        </p:nvSpPr>
        <p:spPr>
          <a:xfrm>
            <a:off x="838200" y="33432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F3809D3-E94B-475B-887A-3D40010F14B0}"/>
              </a:ext>
            </a:extLst>
          </p:cNvPr>
          <p:cNvSpPr>
            <a:spLocks noGrp="1"/>
          </p:cNvSpPr>
          <p:nvPr/>
        </p:nvSpPr>
        <p:spPr>
          <a:xfrm>
            <a:off x="1371600" y="3162300"/>
            <a:ext cx="4743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31EDE2E-241E-4534-8BA6-B8D24F329C62}"/>
              </a:ext>
            </a:extLst>
          </p:cNvPr>
          <p:cNvSpPr>
            <a:spLocks noGrp="1"/>
          </p:cNvSpPr>
          <p:nvPr/>
        </p:nvSpPr>
        <p:spPr>
          <a:xfrm>
            <a:off x="1600200" y="32766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距離しきい値以内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C347FCB-7135-4C7C-93D3-7C321A66F471}"/>
              </a:ext>
            </a:extLst>
          </p:cNvPr>
          <p:cNvSpPr>
            <a:spLocks noGrp="1"/>
          </p:cNvSpPr>
          <p:nvPr/>
        </p:nvSpPr>
        <p:spPr>
          <a:xfrm>
            <a:off x="1600200" y="35814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水平距離・縦位置を確認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49B83CD6-C22B-48BC-8A21-247417BA6AEA}"/>
              </a:ext>
            </a:extLst>
          </p:cNvPr>
          <p:cNvSpPr>
            <a:spLocks noGrp="1"/>
          </p:cNvSpPr>
          <p:nvPr/>
        </p:nvSpPr>
        <p:spPr>
          <a:xfrm>
            <a:off x="981075" y="3619500"/>
            <a:ext cx="0" cy="7429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848227A-1EDB-473A-885C-A851B0369ECF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7A547AF-D2B4-40AD-B9D3-EAC804B4C6BA}"/>
              </a:ext>
            </a:extLst>
          </p:cNvPr>
          <p:cNvSpPr>
            <a:spLocks noGrp="1"/>
          </p:cNvSpPr>
          <p:nvPr/>
        </p:nvSpPr>
        <p:spPr>
          <a:xfrm>
            <a:off x="838200" y="446722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A59C2A2-54B6-48C4-8366-C9BB0878742C}"/>
              </a:ext>
            </a:extLst>
          </p:cNvPr>
          <p:cNvSpPr>
            <a:spLocks noGrp="1"/>
          </p:cNvSpPr>
          <p:nvPr/>
        </p:nvSpPr>
        <p:spPr>
          <a:xfrm>
            <a:off x="1371600" y="4286250"/>
            <a:ext cx="4743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B440C90-2804-444B-8D0E-44E59BA9B11D}"/>
              </a:ext>
            </a:extLst>
          </p:cNvPr>
          <p:cNvSpPr>
            <a:spLocks noGrp="1"/>
          </p:cNvSpPr>
          <p:nvPr/>
        </p:nvSpPr>
        <p:spPr>
          <a:xfrm>
            <a:off x="1600200" y="44005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相互に最も近い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6978C6-A49B-41A0-8D91-3D50F3E49C1D}"/>
              </a:ext>
            </a:extLst>
          </p:cNvPr>
          <p:cNvSpPr>
            <a:spLocks noGrp="1"/>
          </p:cNvSpPr>
          <p:nvPr/>
        </p:nvSpPr>
        <p:spPr>
          <a:xfrm>
            <a:off x="1600200" y="470535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表→測点でも同じ組になる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8788B5-91F9-4D9E-8157-8DDBA5FBF2A8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57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C2C36A4-32D2-447E-AF53-91CCB64D0893}"/>
              </a:ext>
            </a:extLst>
          </p:cNvPr>
          <p:cNvSpPr>
            <a:spLocks noGrp="1"/>
          </p:cNvSpPr>
          <p:nvPr/>
        </p:nvSpPr>
        <p:spPr>
          <a:xfrm>
            <a:off x="7162800" y="1809750"/>
            <a:ext cx="4381500" cy="1676400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E58551D-11BC-4F7F-8191-AEC733A38551}"/>
              </a:ext>
            </a:extLst>
          </p:cNvPr>
          <p:cNvSpPr>
            <a:spLocks noGrp="1"/>
          </p:cNvSpPr>
          <p:nvPr/>
        </p:nvSpPr>
        <p:spPr>
          <a:xfrm>
            <a:off x="7448550" y="203835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すべて成立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5C14D30-77FF-44BA-AA54-CDBDB60621B7}"/>
              </a:ext>
            </a:extLst>
          </p:cNvPr>
          <p:cNvSpPr>
            <a:spLocks noGrp="1"/>
          </p:cNvSpPr>
          <p:nvPr/>
        </p:nvSpPr>
        <p:spPr>
          <a:xfrm>
            <a:off x="7448550" y="2457450"/>
            <a:ext cx="381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一対一で採用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B3B417A-C339-423F-A456-8593FEB29FBB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004形式は路線別の最小コスト割当＋連続性も確認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BFFB062-E520-4777-BD2D-B55D9EA9EE9C}"/>
              </a:ext>
            </a:extLst>
          </p:cNvPr>
          <p:cNvSpPr>
            <a:spLocks noGrp="1"/>
          </p:cNvSpPr>
          <p:nvPr/>
        </p:nvSpPr>
        <p:spPr>
          <a:xfrm>
            <a:off x="7162800" y="3867150"/>
            <a:ext cx="4381500" cy="1676400"/>
          </a:xfrm>
          <a:prstGeom prst="rect">
            <a:avLst/>
          </a:prstGeom>
          <a:solidFill>
            <a:srgbClr val="F3F5F5"/>
          </a:solidFill>
          <a:ln w="14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68FEC9D-C1E2-4A33-9CE4-EDD58E3306A7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重複・近接・距離超過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10BD35C-5BAE-4120-A40C-7A62BFAF5EB8}"/>
              </a:ext>
            </a:extLst>
          </p:cNvPr>
          <p:cNvSpPr>
            <a:spLocks noGrp="1"/>
          </p:cNvSpPr>
          <p:nvPr/>
        </p:nvSpPr>
        <p:spPr>
          <a:xfrm>
            <a:off x="7448550" y="4514850"/>
            <a:ext cx="381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未処理として停止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02DD616-303F-4572-BD88-E7B980DD88C8}"/>
              </a:ext>
            </a:extLst>
          </p:cNvPr>
          <p:cNvSpPr>
            <a:spLocks noGrp="1"/>
          </p:cNvSpPr>
          <p:nvPr/>
        </p:nvSpPr>
        <p:spPr>
          <a:xfrm>
            <a:off x="7486650" y="510540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別の候補を推測して埋めない</a:t>
            </a:r>
          </a:p>
        </p:txBody>
      </p:sp>
      <p:sp>
        <p:nvSpPr>
          <p:cNvPr id="36" name="shape-3">
            <a:extLst>
              <a:ext uri="{FF2B5EF4-FFF2-40B4-BE49-F238E27FC236}">
                <a16:creationId xmlns:a16="http://schemas.microsoft.com/office/drawing/2014/main" id="{D214CBA4-A8E2-3F77-C943-79DE70F5A5C0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0675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F2676469-29D4-41AF-8987-9016CA2BB2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1D92B07-BECA-45F2-993C-2593624E1D0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69E6F2B-35BA-48C3-AF23-7235F0A5518F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14  MAPPING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154EC037-6044-4921-8A84-B474CC32212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左右・合算・空白を業務ルールに合わせて変換する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A7420A6F-A1E8-464C-B466-3695E994A57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抽出値をそのまま並べるのではなく、テンプレート列の意味へ明示的に変換します。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378D2FA-8CD1-4CD7-9686-2A0CC1E669F6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578F4E-2D3A-4292-9090-4BC29DA578B9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1525250" cy="3905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E58055E-22CA-4B03-BB6C-AE35F8885F07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143250" cy="4762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F0942B-2B58-4C52-B017-1773BF61869F}"/>
              </a:ext>
            </a:extLst>
          </p:cNvPr>
          <p:cNvSpPr>
            <a:spLocks noGrp="1"/>
          </p:cNvSpPr>
          <p:nvPr/>
        </p:nvSpPr>
        <p:spPr>
          <a:xfrm>
            <a:off x="733425" y="17145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DXF側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EFD28FA-6230-4084-8516-4D3170A9EE10}"/>
              </a:ext>
            </a:extLst>
          </p:cNvPr>
          <p:cNvSpPr>
            <a:spLocks noGrp="1"/>
          </p:cNvSpPr>
          <p:nvPr/>
        </p:nvSpPr>
        <p:spPr>
          <a:xfrm>
            <a:off x="3810000" y="1676400"/>
            <a:ext cx="1809750" cy="4762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8F15A3C9-CED7-44D6-9184-375685829ECB}"/>
              </a:ext>
            </a:extLst>
          </p:cNvPr>
          <p:cNvSpPr>
            <a:spLocks noGrp="1"/>
          </p:cNvSpPr>
          <p:nvPr/>
        </p:nvSpPr>
        <p:spPr>
          <a:xfrm>
            <a:off x="3810000" y="167640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1637AA-32C5-4A5F-BBB9-3EFFE5B98AA8}"/>
              </a:ext>
            </a:extLst>
          </p:cNvPr>
          <p:cNvSpPr>
            <a:spLocks noGrp="1"/>
          </p:cNvSpPr>
          <p:nvPr/>
        </p:nvSpPr>
        <p:spPr>
          <a:xfrm>
            <a:off x="3876675" y="1714500"/>
            <a:ext cx="1676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処理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C4D9240-9479-40BD-AF37-12F31A9720E9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6572250" cy="4762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55EF7562-A515-4136-9CD7-1159C0A50851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31FE76B-A897-4F99-96B8-793312C6A2DB}"/>
              </a:ext>
            </a:extLst>
          </p:cNvPr>
          <p:cNvSpPr>
            <a:spLocks noGrp="1"/>
          </p:cNvSpPr>
          <p:nvPr/>
        </p:nvSpPr>
        <p:spPr>
          <a:xfrm>
            <a:off x="5686425" y="1714500"/>
            <a:ext cx="643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Excel側</a:t>
            </a:r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B491FC23-1D32-4F52-9896-935802FA358E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C35AF8-4965-49F6-8663-093BC14C09F7}"/>
              </a:ext>
            </a:extLst>
          </p:cNvPr>
          <p:cNvSpPr>
            <a:spLocks noGrp="1"/>
          </p:cNvSpPr>
          <p:nvPr/>
        </p:nvSpPr>
        <p:spPr>
          <a:xfrm>
            <a:off x="733425" y="21907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路床（上・下）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5DFF902-43CF-4093-8E93-5684949E94AE}"/>
              </a:ext>
            </a:extLst>
          </p:cNvPr>
          <p:cNvSpPr>
            <a:spLocks noGrp="1"/>
          </p:cNvSpPr>
          <p:nvPr/>
        </p:nvSpPr>
        <p:spPr>
          <a:xfrm>
            <a:off x="3810000" y="21526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F177EB77-D4F6-43A2-878F-ACD79416454D}"/>
              </a:ext>
            </a:extLst>
          </p:cNvPr>
          <p:cNvSpPr>
            <a:spLocks noGrp="1"/>
          </p:cNvSpPr>
          <p:nvPr/>
        </p:nvSpPr>
        <p:spPr>
          <a:xfrm>
            <a:off x="3810000" y="2152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27AC208F-D9F3-4BCD-89A4-F5208E4EFAEE}"/>
              </a:ext>
            </a:extLst>
          </p:cNvPr>
          <p:cNvSpPr>
            <a:spLocks noGrp="1"/>
          </p:cNvSpPr>
          <p:nvPr/>
        </p:nvSpPr>
        <p:spPr>
          <a:xfrm>
            <a:off x="3810000" y="21526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3C56450-472C-4D57-8D9C-F6AA7C6F340B}"/>
              </a:ext>
            </a:extLst>
          </p:cNvPr>
          <p:cNvSpPr>
            <a:spLocks noGrp="1"/>
          </p:cNvSpPr>
          <p:nvPr/>
        </p:nvSpPr>
        <p:spPr>
          <a:xfrm>
            <a:off x="3876675" y="21907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加算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5882A9D3-8B01-462C-B11B-8159665F4E57}"/>
              </a:ext>
            </a:extLst>
          </p:cNvPr>
          <p:cNvSpPr>
            <a:spLocks noGrp="1"/>
          </p:cNvSpPr>
          <p:nvPr/>
        </p:nvSpPr>
        <p:spPr>
          <a:xfrm>
            <a:off x="5619750" y="2152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A0EEE943-86C9-42BB-958D-87EC41DE6F29}"/>
              </a:ext>
            </a:extLst>
          </p:cNvPr>
          <p:cNvSpPr>
            <a:spLocks noGrp="1"/>
          </p:cNvSpPr>
          <p:nvPr/>
        </p:nvSpPr>
        <p:spPr>
          <a:xfrm>
            <a:off x="5619750" y="21526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40DEEBA-EB5D-4EAB-B5B6-22AB56F2D0BB}"/>
              </a:ext>
            </a:extLst>
          </p:cNvPr>
          <p:cNvSpPr>
            <a:spLocks noGrp="1"/>
          </p:cNvSpPr>
          <p:nvPr/>
        </p:nvSpPr>
        <p:spPr>
          <a:xfrm>
            <a:off x="5686425" y="21907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路床（合計）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A2ADB148-A6F9-4A78-B5BC-BA6FEF58978C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70E9636-04B9-4E3A-858B-3B2B51FA7280}"/>
              </a:ext>
            </a:extLst>
          </p:cNvPr>
          <p:cNvSpPr>
            <a:spLocks noGrp="1"/>
          </p:cNvSpPr>
          <p:nvPr/>
        </p:nvSpPr>
        <p:spPr>
          <a:xfrm>
            <a:off x="733425" y="2762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法面（左／右）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D13D6E5-07E9-4377-B3A8-2FF3E1AFC07A}"/>
              </a:ext>
            </a:extLst>
          </p:cNvPr>
          <p:cNvSpPr>
            <a:spLocks noGrp="1"/>
          </p:cNvSpPr>
          <p:nvPr/>
        </p:nvSpPr>
        <p:spPr>
          <a:xfrm>
            <a:off x="3810000" y="27241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D1130D54-FE09-4058-9522-998EF06E605A}"/>
              </a:ext>
            </a:extLst>
          </p:cNvPr>
          <p:cNvSpPr>
            <a:spLocks noGrp="1"/>
          </p:cNvSpPr>
          <p:nvPr/>
        </p:nvSpPr>
        <p:spPr>
          <a:xfrm>
            <a:off x="3810000" y="2724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614DF62A-CB70-461B-8B73-C78B7E5C5F4E}"/>
              </a:ext>
            </a:extLst>
          </p:cNvPr>
          <p:cNvSpPr>
            <a:spLocks noGrp="1"/>
          </p:cNvSpPr>
          <p:nvPr/>
        </p:nvSpPr>
        <p:spPr>
          <a:xfrm>
            <a:off x="3810000" y="27241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70824E5-925B-40D0-BE33-BDBC95DD6A3E}"/>
              </a:ext>
            </a:extLst>
          </p:cNvPr>
          <p:cNvSpPr>
            <a:spLocks noGrp="1"/>
          </p:cNvSpPr>
          <p:nvPr/>
        </p:nvSpPr>
        <p:spPr>
          <a:xfrm>
            <a:off x="3876675" y="27622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分離</a:t>
            </a:r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1DBC75F5-E3CA-4C2A-BA73-281AB2272BD3}"/>
              </a:ext>
            </a:extLst>
          </p:cNvPr>
          <p:cNvSpPr>
            <a:spLocks noGrp="1"/>
          </p:cNvSpPr>
          <p:nvPr/>
        </p:nvSpPr>
        <p:spPr>
          <a:xfrm>
            <a:off x="5619750" y="2724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直線コネクタ 31">
            <a:extLst>
              <a:ext uri="{FF2B5EF4-FFF2-40B4-BE49-F238E27FC236}">
                <a16:creationId xmlns:a16="http://schemas.microsoft.com/office/drawing/2014/main" id="{A1A44B51-944F-4915-8E27-9A59CE8741F1}"/>
              </a:ext>
            </a:extLst>
          </p:cNvPr>
          <p:cNvSpPr>
            <a:spLocks noGrp="1"/>
          </p:cNvSpPr>
          <p:nvPr/>
        </p:nvSpPr>
        <p:spPr>
          <a:xfrm>
            <a:off x="5619750" y="27241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2B118EC-13E1-4C7E-84A5-31FDE9DC8D4D}"/>
              </a:ext>
            </a:extLst>
          </p:cNvPr>
          <p:cNvSpPr>
            <a:spLocks noGrp="1"/>
          </p:cNvSpPr>
          <p:nvPr/>
        </p:nvSpPr>
        <p:spPr>
          <a:xfrm>
            <a:off x="5686425" y="27622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各（左）／（右）</a:t>
            </a:r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C5F1DEDD-5A62-48B0-B1A2-8202B1E3685A}"/>
              </a:ext>
            </a:extLst>
          </p:cNvPr>
          <p:cNvSpPr>
            <a:spLocks noGrp="1"/>
          </p:cNvSpPr>
          <p:nvPr/>
        </p:nvSpPr>
        <p:spPr>
          <a:xfrm>
            <a:off x="666750" y="32956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B8296F5-5B6A-4BE7-B950-93115A99B396}"/>
              </a:ext>
            </a:extLst>
          </p:cNvPr>
          <p:cNvSpPr>
            <a:spLocks noGrp="1"/>
          </p:cNvSpPr>
          <p:nvPr/>
        </p:nvSpPr>
        <p:spPr>
          <a:xfrm>
            <a:off x="733425" y="33337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未分割の法面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3EEC53B-DEDA-4FD8-BFBC-8CC0C27E21B6}"/>
              </a:ext>
            </a:extLst>
          </p:cNvPr>
          <p:cNvSpPr>
            <a:spLocks noGrp="1"/>
          </p:cNvSpPr>
          <p:nvPr/>
        </p:nvSpPr>
        <p:spPr>
          <a:xfrm>
            <a:off x="3810000" y="32956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3F0371A4-C7FF-485D-9D30-FAEA2BF98484}"/>
              </a:ext>
            </a:extLst>
          </p:cNvPr>
          <p:cNvSpPr>
            <a:spLocks noGrp="1"/>
          </p:cNvSpPr>
          <p:nvPr/>
        </p:nvSpPr>
        <p:spPr>
          <a:xfrm>
            <a:off x="3810000" y="3295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BCD3D4ED-ECCA-4779-97D5-2970A2420E0C}"/>
              </a:ext>
            </a:extLst>
          </p:cNvPr>
          <p:cNvSpPr>
            <a:spLocks noGrp="1"/>
          </p:cNvSpPr>
          <p:nvPr/>
        </p:nvSpPr>
        <p:spPr>
          <a:xfrm>
            <a:off x="3810000" y="32956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E6DC8BE-6BBE-4EA0-B54C-64B4BEDD0B86}"/>
              </a:ext>
            </a:extLst>
          </p:cNvPr>
          <p:cNvSpPr>
            <a:spLocks noGrp="1"/>
          </p:cNvSpPr>
          <p:nvPr/>
        </p:nvSpPr>
        <p:spPr>
          <a:xfrm>
            <a:off x="3876675" y="33337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片側配置</a:t>
            </a:r>
          </a:p>
        </p:txBody>
      </p:sp>
      <p:sp>
        <p:nvSpPr>
          <p:cNvPr id="40" name="直線コネクタ 39">
            <a:extLst>
              <a:ext uri="{FF2B5EF4-FFF2-40B4-BE49-F238E27FC236}">
                <a16:creationId xmlns:a16="http://schemas.microsoft.com/office/drawing/2014/main" id="{13B8737D-2FDC-489C-ABA4-22BE273AEF80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0E11CCFE-9F6B-440B-8B71-414FB4645762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503EE82-AE68-44EF-A0B4-FD6B687B219E}"/>
              </a:ext>
            </a:extLst>
          </p:cNvPr>
          <p:cNvSpPr>
            <a:spLocks noGrp="1"/>
          </p:cNvSpPr>
          <p:nvPr/>
        </p:nvSpPr>
        <p:spPr>
          <a:xfrm>
            <a:off x="5686425" y="33337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（左）に値／（右）は空白</a:t>
            </a:r>
          </a:p>
        </p:txBody>
      </p:sp>
      <p:sp>
        <p:nvSpPr>
          <p:cNvPr id="43" name="直線コネクタ 42">
            <a:extLst>
              <a:ext uri="{FF2B5EF4-FFF2-40B4-BE49-F238E27FC236}">
                <a16:creationId xmlns:a16="http://schemas.microsoft.com/office/drawing/2014/main" id="{02D9E698-055D-4A6A-8758-8381C804F2A7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376A7C6-3407-45F6-85F0-967280D2CC2D}"/>
              </a:ext>
            </a:extLst>
          </p:cNvPr>
          <p:cNvSpPr>
            <a:spLocks noGrp="1"/>
          </p:cNvSpPr>
          <p:nvPr/>
        </p:nvSpPr>
        <p:spPr>
          <a:xfrm>
            <a:off x="733425" y="3905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lang="ja-JP" altLang="en-US" sz="1200" dirty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基本</a:t>
            </a:r>
            <a:r>
              <a:rPr sz="1200" b="0" dirty="0" err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型の埋戻</a:t>
            </a:r>
            <a:endParaRPr sz="1200" b="0" dirty="0">
              <a:solidFill>
                <a:srgbClr val="3A404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9D26375-B5DC-49D6-B4D0-ECB8DC87CE1F}"/>
              </a:ext>
            </a:extLst>
          </p:cNvPr>
          <p:cNvSpPr>
            <a:spLocks noGrp="1"/>
          </p:cNvSpPr>
          <p:nvPr/>
        </p:nvSpPr>
        <p:spPr>
          <a:xfrm>
            <a:off x="3810000" y="38671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7E7F8E59-B9AE-4293-8A83-90281F0AF4DF}"/>
              </a:ext>
            </a:extLst>
          </p:cNvPr>
          <p:cNvSpPr>
            <a:spLocks noGrp="1"/>
          </p:cNvSpPr>
          <p:nvPr/>
        </p:nvSpPr>
        <p:spPr>
          <a:xfrm>
            <a:off x="3810000" y="3867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直線コネクタ 46">
            <a:extLst>
              <a:ext uri="{FF2B5EF4-FFF2-40B4-BE49-F238E27FC236}">
                <a16:creationId xmlns:a16="http://schemas.microsoft.com/office/drawing/2014/main" id="{9AA688C6-B71C-4AEA-B09E-693319FC0D81}"/>
              </a:ext>
            </a:extLst>
          </p:cNvPr>
          <p:cNvSpPr>
            <a:spLocks noGrp="1"/>
          </p:cNvSpPr>
          <p:nvPr/>
        </p:nvSpPr>
        <p:spPr>
          <a:xfrm>
            <a:off x="3810000" y="38671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B8E5592-5C33-4CAF-B706-EC3DA1035AF0}"/>
              </a:ext>
            </a:extLst>
          </p:cNvPr>
          <p:cNvSpPr>
            <a:spLocks noGrp="1"/>
          </p:cNvSpPr>
          <p:nvPr/>
        </p:nvSpPr>
        <p:spPr>
          <a:xfrm>
            <a:off x="3876675" y="39052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区分補完</a:t>
            </a:r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5F06DBB2-9068-4351-8F30-A4F94429DAF6}"/>
              </a:ext>
            </a:extLst>
          </p:cNvPr>
          <p:cNvSpPr>
            <a:spLocks noGrp="1"/>
          </p:cNvSpPr>
          <p:nvPr/>
        </p:nvSpPr>
        <p:spPr>
          <a:xfrm>
            <a:off x="5619750" y="3867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直線コネクタ 49">
            <a:extLst>
              <a:ext uri="{FF2B5EF4-FFF2-40B4-BE49-F238E27FC236}">
                <a16:creationId xmlns:a16="http://schemas.microsoft.com/office/drawing/2014/main" id="{B2EE5714-A448-480A-906F-F34E12C8ECAA}"/>
              </a:ext>
            </a:extLst>
          </p:cNvPr>
          <p:cNvSpPr>
            <a:spLocks noGrp="1"/>
          </p:cNvSpPr>
          <p:nvPr/>
        </p:nvSpPr>
        <p:spPr>
          <a:xfrm>
            <a:off x="5619750" y="38671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A1A7343E-35D2-4C43-9025-4A57BDFF15D2}"/>
              </a:ext>
            </a:extLst>
          </p:cNvPr>
          <p:cNvSpPr>
            <a:spLocks noGrp="1"/>
          </p:cNvSpPr>
          <p:nvPr/>
        </p:nvSpPr>
        <p:spPr>
          <a:xfrm>
            <a:off x="5686425" y="39052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Cは空白／Dに値</a:t>
            </a:r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8BCD3479-7922-45B8-AA27-3C209B1C14D8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33198A0-48BF-4B0A-9415-7C40FBB16FF4}"/>
              </a:ext>
            </a:extLst>
          </p:cNvPr>
          <p:cNvSpPr>
            <a:spLocks noGrp="1"/>
          </p:cNvSpPr>
          <p:nvPr/>
        </p:nvSpPr>
        <p:spPr>
          <a:xfrm>
            <a:off x="733425" y="44767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ハイフン「-」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D3296F9-2454-4E35-BE02-DA25DABD280C}"/>
              </a:ext>
            </a:extLst>
          </p:cNvPr>
          <p:cNvSpPr>
            <a:spLocks noGrp="1"/>
          </p:cNvSpPr>
          <p:nvPr/>
        </p:nvSpPr>
        <p:spPr>
          <a:xfrm>
            <a:off x="3810000" y="44386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直線コネクタ 54">
            <a:extLst>
              <a:ext uri="{FF2B5EF4-FFF2-40B4-BE49-F238E27FC236}">
                <a16:creationId xmlns:a16="http://schemas.microsoft.com/office/drawing/2014/main" id="{92C85442-54AF-48AD-B966-D83ED709321B}"/>
              </a:ext>
            </a:extLst>
          </p:cNvPr>
          <p:cNvSpPr>
            <a:spLocks noGrp="1"/>
          </p:cNvSpPr>
          <p:nvPr/>
        </p:nvSpPr>
        <p:spPr>
          <a:xfrm>
            <a:off x="3810000" y="4438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直線コネクタ 55">
            <a:extLst>
              <a:ext uri="{FF2B5EF4-FFF2-40B4-BE49-F238E27FC236}">
                <a16:creationId xmlns:a16="http://schemas.microsoft.com/office/drawing/2014/main" id="{EE1E1796-9E3F-4E1A-B54A-FB5681CBA724}"/>
              </a:ext>
            </a:extLst>
          </p:cNvPr>
          <p:cNvSpPr>
            <a:spLocks noGrp="1"/>
          </p:cNvSpPr>
          <p:nvPr/>
        </p:nvSpPr>
        <p:spPr>
          <a:xfrm>
            <a:off x="3810000" y="44386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BFB7741-49EE-46D8-BB46-4E76C45DE758}"/>
              </a:ext>
            </a:extLst>
          </p:cNvPr>
          <p:cNvSpPr>
            <a:spLocks noGrp="1"/>
          </p:cNvSpPr>
          <p:nvPr/>
        </p:nvSpPr>
        <p:spPr>
          <a:xfrm>
            <a:off x="3876675" y="44767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数値化</a:t>
            </a:r>
          </a:p>
        </p:txBody>
      </p:sp>
      <p:sp>
        <p:nvSpPr>
          <p:cNvPr id="58" name="直線コネクタ 57">
            <a:extLst>
              <a:ext uri="{FF2B5EF4-FFF2-40B4-BE49-F238E27FC236}">
                <a16:creationId xmlns:a16="http://schemas.microsoft.com/office/drawing/2014/main" id="{7238AB67-7741-43E8-9FD6-B3EE2DB9BD80}"/>
              </a:ext>
            </a:extLst>
          </p:cNvPr>
          <p:cNvSpPr>
            <a:spLocks noGrp="1"/>
          </p:cNvSpPr>
          <p:nvPr/>
        </p:nvSpPr>
        <p:spPr>
          <a:xfrm>
            <a:off x="5619750" y="44386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直線コネクタ 58">
            <a:extLst>
              <a:ext uri="{FF2B5EF4-FFF2-40B4-BE49-F238E27FC236}">
                <a16:creationId xmlns:a16="http://schemas.microsoft.com/office/drawing/2014/main" id="{E218037D-1067-4D51-9B39-6693BA03BDD5}"/>
              </a:ext>
            </a:extLst>
          </p:cNvPr>
          <p:cNvSpPr>
            <a:spLocks noGrp="1"/>
          </p:cNvSpPr>
          <p:nvPr/>
        </p:nvSpPr>
        <p:spPr>
          <a:xfrm>
            <a:off x="5619750" y="44386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4ADE603-9E3B-41A5-86B5-6E68FCBBD118}"/>
              </a:ext>
            </a:extLst>
          </p:cNvPr>
          <p:cNvSpPr>
            <a:spLocks noGrp="1"/>
          </p:cNvSpPr>
          <p:nvPr/>
        </p:nvSpPr>
        <p:spPr>
          <a:xfrm>
            <a:off x="5686425" y="44767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1" name="直線コネクタ 60">
            <a:extLst>
              <a:ext uri="{FF2B5EF4-FFF2-40B4-BE49-F238E27FC236}">
                <a16:creationId xmlns:a16="http://schemas.microsoft.com/office/drawing/2014/main" id="{D41FCA29-8C7F-414A-97B3-BB47F0ABF473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3143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6E342134-97B3-4D9A-8967-BB52D04705F0}"/>
              </a:ext>
            </a:extLst>
          </p:cNvPr>
          <p:cNvSpPr>
            <a:spLocks noGrp="1"/>
          </p:cNvSpPr>
          <p:nvPr/>
        </p:nvSpPr>
        <p:spPr>
          <a:xfrm>
            <a:off x="733425" y="5048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元データが空白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50969FA-C36B-4706-9BF3-8B85DFF040C2}"/>
              </a:ext>
            </a:extLst>
          </p:cNvPr>
          <p:cNvSpPr>
            <a:spLocks noGrp="1"/>
          </p:cNvSpPr>
          <p:nvPr/>
        </p:nvSpPr>
        <p:spPr>
          <a:xfrm>
            <a:off x="3810000" y="5010150"/>
            <a:ext cx="1809750" cy="5715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直線コネクタ 63">
            <a:extLst>
              <a:ext uri="{FF2B5EF4-FFF2-40B4-BE49-F238E27FC236}">
                <a16:creationId xmlns:a16="http://schemas.microsoft.com/office/drawing/2014/main" id="{5044B115-2E83-48BA-9983-C58F8449656F}"/>
              </a:ext>
            </a:extLst>
          </p:cNvPr>
          <p:cNvSpPr>
            <a:spLocks noGrp="1"/>
          </p:cNvSpPr>
          <p:nvPr/>
        </p:nvSpPr>
        <p:spPr>
          <a:xfrm>
            <a:off x="3810000" y="5010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直線コネクタ 64">
            <a:extLst>
              <a:ext uri="{FF2B5EF4-FFF2-40B4-BE49-F238E27FC236}">
                <a16:creationId xmlns:a16="http://schemas.microsoft.com/office/drawing/2014/main" id="{7C6A4E46-E52A-4EEC-A935-297E90D18408}"/>
              </a:ext>
            </a:extLst>
          </p:cNvPr>
          <p:cNvSpPr>
            <a:spLocks noGrp="1"/>
          </p:cNvSpPr>
          <p:nvPr/>
        </p:nvSpPr>
        <p:spPr>
          <a:xfrm>
            <a:off x="3810000" y="5010150"/>
            <a:ext cx="18097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3CF6866-D1EE-4449-A784-F9F5D5296615}"/>
              </a:ext>
            </a:extLst>
          </p:cNvPr>
          <p:cNvSpPr>
            <a:spLocks noGrp="1"/>
          </p:cNvSpPr>
          <p:nvPr/>
        </p:nvSpPr>
        <p:spPr>
          <a:xfrm>
            <a:off x="3876675" y="504825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維持</a:t>
            </a:r>
          </a:p>
        </p:txBody>
      </p:sp>
      <p:sp>
        <p:nvSpPr>
          <p:cNvPr id="67" name="直線コネクタ 66">
            <a:extLst>
              <a:ext uri="{FF2B5EF4-FFF2-40B4-BE49-F238E27FC236}">
                <a16:creationId xmlns:a16="http://schemas.microsoft.com/office/drawing/2014/main" id="{7408166A-1F5F-48CB-8624-4781C73D0C5F}"/>
              </a:ext>
            </a:extLst>
          </p:cNvPr>
          <p:cNvSpPr>
            <a:spLocks noGrp="1"/>
          </p:cNvSpPr>
          <p:nvPr/>
        </p:nvSpPr>
        <p:spPr>
          <a:xfrm>
            <a:off x="5619750" y="5010150"/>
            <a:ext cx="0" cy="571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直線コネクタ 67">
            <a:extLst>
              <a:ext uri="{FF2B5EF4-FFF2-40B4-BE49-F238E27FC236}">
                <a16:creationId xmlns:a16="http://schemas.microsoft.com/office/drawing/2014/main" id="{E07F58F0-A905-416C-9B0C-3F420FD54F30}"/>
              </a:ext>
            </a:extLst>
          </p:cNvPr>
          <p:cNvSpPr>
            <a:spLocks noGrp="1"/>
          </p:cNvSpPr>
          <p:nvPr/>
        </p:nvSpPr>
        <p:spPr>
          <a:xfrm>
            <a:off x="5619750" y="5010150"/>
            <a:ext cx="65722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A7071B3-5536-4235-8A20-6EE07BC7A31F}"/>
              </a:ext>
            </a:extLst>
          </p:cNvPr>
          <p:cNvSpPr>
            <a:spLocks noGrp="1"/>
          </p:cNvSpPr>
          <p:nvPr/>
        </p:nvSpPr>
        <p:spPr>
          <a:xfrm>
            <a:off x="5686425" y="5048250"/>
            <a:ext cx="643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空白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4AFA588-632E-4AD2-BA04-AFAF082FF73B}"/>
              </a:ext>
            </a:extLst>
          </p:cNvPr>
          <p:cNvSpPr>
            <a:spLocks noGrp="1"/>
          </p:cNvSpPr>
          <p:nvPr/>
        </p:nvSpPr>
        <p:spPr>
          <a:xfrm>
            <a:off x="4267200" y="5829300"/>
            <a:ext cx="3657600" cy="3429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6C6E1ED5-4044-4836-A7A0-55F665419706}"/>
              </a:ext>
            </a:extLst>
          </p:cNvPr>
          <p:cNvSpPr>
            <a:spLocks noGrp="1"/>
          </p:cNvSpPr>
          <p:nvPr/>
        </p:nvSpPr>
        <p:spPr>
          <a:xfrm>
            <a:off x="4362450" y="5876925"/>
            <a:ext cx="3467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ルールは形式ごとにテスト済み</a:t>
            </a:r>
          </a:p>
        </p:txBody>
      </p:sp>
      <p:sp>
        <p:nvSpPr>
          <p:cNvPr id="74" name="shape-3">
            <a:extLst>
              <a:ext uri="{FF2B5EF4-FFF2-40B4-BE49-F238E27FC236}">
                <a16:creationId xmlns:a16="http://schemas.microsoft.com/office/drawing/2014/main" id="{84E8D88C-DE46-10A2-C476-E4F2941009D5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986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8C266D-7F60-492A-9526-BA5C0B1D4C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B58DBEA8-2E22-12B6-ACC0-C62BE60BBB51}"/>
              </a:ext>
            </a:extLst>
          </p:cNvPr>
          <p:cNvSpPr>
            <a:spLocks noGrp="1"/>
          </p:cNvSpPr>
          <p:nvPr/>
        </p:nvSpPr>
        <p:spPr>
          <a:xfrm>
            <a:off x="7205662" y="1504950"/>
            <a:ext cx="4413524" cy="3319298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8632153-148B-4189-B9FC-108843DD2815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4F033D3-1C19-4B00-AC9A-24C89C9D1B4F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15  WORKBOOK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C96855CE-29EE-4363-AEB6-45DA1F3BDCBC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値だけでなく、帳票全体を測点数に合わせて整える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FAB19742-F7FB-4952-9B11-654760B59276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行数・数式・集計参照・チェック入力・印刷範囲まで、テンプレートの構造を維持して更新します。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55263A66-1ADF-4ABB-99B6-04BB6F33E901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B12CB2-EC83-4892-BA14-7FFBF06E45BB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2038350" cy="1333500"/>
          </a:xfrm>
          <a:prstGeom prst="rect">
            <a:avLst/>
          </a:prstGeom>
          <a:solidFill>
            <a:srgbClr val="F3F5F5"/>
          </a:solidFill>
          <a:ln w="14288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8159704-B464-4241-A6DA-0B435596C4D5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入力シート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4A464DA-5212-4866-9A38-D29F8C147475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131445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FC3216-C135-48BF-BE1C-64FA46FF6EAB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1314450" cy="15875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413B16DE-0764-4677-902A-C0272154C784}"/>
              </a:ext>
            </a:extLst>
          </p:cNvPr>
          <p:cNvSpPr>
            <a:spLocks noGrp="1"/>
          </p:cNvSpPr>
          <p:nvPr/>
        </p:nvSpPr>
        <p:spPr>
          <a:xfrm>
            <a:off x="1028700" y="3111500"/>
            <a:ext cx="1314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95BF6D10-A85F-4F1F-B388-1F8FB25B20A1}"/>
              </a:ext>
            </a:extLst>
          </p:cNvPr>
          <p:cNvSpPr>
            <a:spLocks noGrp="1"/>
          </p:cNvSpPr>
          <p:nvPr/>
        </p:nvSpPr>
        <p:spPr>
          <a:xfrm>
            <a:off x="1028700" y="3270250"/>
            <a:ext cx="13144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A1C06F92-661A-40CE-8E21-1EDDF40AF787}"/>
              </a:ext>
            </a:extLst>
          </p:cNvPr>
          <p:cNvSpPr>
            <a:spLocks noGrp="1"/>
          </p:cNvSpPr>
          <p:nvPr/>
        </p:nvSpPr>
        <p:spPr>
          <a:xfrm>
            <a:off x="1291590" y="295275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5503A258-6E8F-4712-A628-F931C41C51EC}"/>
              </a:ext>
            </a:extLst>
          </p:cNvPr>
          <p:cNvSpPr>
            <a:spLocks noGrp="1"/>
          </p:cNvSpPr>
          <p:nvPr/>
        </p:nvSpPr>
        <p:spPr>
          <a:xfrm>
            <a:off x="1554480" y="295275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480E75D8-708C-4402-B8AB-C3BB0B49880B}"/>
              </a:ext>
            </a:extLst>
          </p:cNvPr>
          <p:cNvSpPr>
            <a:spLocks noGrp="1"/>
          </p:cNvSpPr>
          <p:nvPr/>
        </p:nvSpPr>
        <p:spPr>
          <a:xfrm>
            <a:off x="1817370" y="295275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75991793-C4BE-41A4-950C-2C36C43D821C}"/>
              </a:ext>
            </a:extLst>
          </p:cNvPr>
          <p:cNvSpPr>
            <a:spLocks noGrp="1"/>
          </p:cNvSpPr>
          <p:nvPr/>
        </p:nvSpPr>
        <p:spPr>
          <a:xfrm>
            <a:off x="2080260" y="2952750"/>
            <a:ext cx="0" cy="476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7E43530-F857-4BC8-A456-5A589CB186E6}"/>
              </a:ext>
            </a:extLst>
          </p:cNvPr>
          <p:cNvSpPr>
            <a:spLocks noGrp="1"/>
          </p:cNvSpPr>
          <p:nvPr/>
        </p:nvSpPr>
        <p:spPr>
          <a:xfrm>
            <a:off x="1028700" y="3111500"/>
            <a:ext cx="262890" cy="3175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3081B3B-6037-415A-AAA3-522E132CDFF9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測点 × 抽出項目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FBBF45D-9BEF-4C81-B66B-1AD8BD5B1D7F}"/>
              </a:ext>
            </a:extLst>
          </p:cNvPr>
          <p:cNvSpPr>
            <a:spLocks noGrp="1"/>
          </p:cNvSpPr>
          <p:nvPr/>
        </p:nvSpPr>
        <p:spPr>
          <a:xfrm>
            <a:off x="2895600" y="2724150"/>
            <a:ext cx="60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E394604-51CB-4E12-99D8-52E208B30718}"/>
              </a:ext>
            </a:extLst>
          </p:cNvPr>
          <p:cNvSpPr>
            <a:spLocks noGrp="1"/>
          </p:cNvSpPr>
          <p:nvPr/>
        </p:nvSpPr>
        <p:spPr>
          <a:xfrm>
            <a:off x="3733800" y="1809750"/>
            <a:ext cx="2266950" cy="2400300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ECFEC71-A2D0-4138-B24C-8696F51B5570}"/>
              </a:ext>
            </a:extLst>
          </p:cNvPr>
          <p:cNvSpPr>
            <a:spLocks noGrp="1"/>
          </p:cNvSpPr>
          <p:nvPr/>
        </p:nvSpPr>
        <p:spPr>
          <a:xfrm>
            <a:off x="3981450" y="2057400"/>
            <a:ext cx="1771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Excel帳票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25258AB-DE50-4213-B38B-64310A29E865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1123950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8B82235-3538-462B-98F6-2826C2D71145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1123950" cy="17526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FC24A10B-8B14-4BB5-ADDA-2F41802A4B1E}"/>
              </a:ext>
            </a:extLst>
          </p:cNvPr>
          <p:cNvSpPr>
            <a:spLocks noGrp="1"/>
          </p:cNvSpPr>
          <p:nvPr/>
        </p:nvSpPr>
        <p:spPr>
          <a:xfrm>
            <a:off x="4305300" y="2727960"/>
            <a:ext cx="1123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DF0B91BB-F7D8-4D97-B971-4351E3C881F0}"/>
              </a:ext>
            </a:extLst>
          </p:cNvPr>
          <p:cNvSpPr>
            <a:spLocks noGrp="1"/>
          </p:cNvSpPr>
          <p:nvPr/>
        </p:nvSpPr>
        <p:spPr>
          <a:xfrm>
            <a:off x="4305300" y="2903220"/>
            <a:ext cx="1123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直線コネクタ 25">
            <a:extLst>
              <a:ext uri="{FF2B5EF4-FFF2-40B4-BE49-F238E27FC236}">
                <a16:creationId xmlns:a16="http://schemas.microsoft.com/office/drawing/2014/main" id="{2AE02082-AA24-48C5-9C64-B5F9C9EBB293}"/>
              </a:ext>
            </a:extLst>
          </p:cNvPr>
          <p:cNvSpPr>
            <a:spLocks noGrp="1"/>
          </p:cNvSpPr>
          <p:nvPr/>
        </p:nvSpPr>
        <p:spPr>
          <a:xfrm>
            <a:off x="4305300" y="3078480"/>
            <a:ext cx="1123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AA8FE946-1CD1-44AC-9D57-D972BFD1DC8A}"/>
              </a:ext>
            </a:extLst>
          </p:cNvPr>
          <p:cNvSpPr>
            <a:spLocks noGrp="1"/>
          </p:cNvSpPr>
          <p:nvPr/>
        </p:nvSpPr>
        <p:spPr>
          <a:xfrm>
            <a:off x="4305300" y="3253740"/>
            <a:ext cx="112395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B08686A4-E71D-4CDB-A27B-8F7FE9E1CED0}"/>
              </a:ext>
            </a:extLst>
          </p:cNvPr>
          <p:cNvSpPr>
            <a:spLocks noGrp="1"/>
          </p:cNvSpPr>
          <p:nvPr/>
        </p:nvSpPr>
        <p:spPr>
          <a:xfrm>
            <a:off x="4586288" y="2552700"/>
            <a:ext cx="0" cy="876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3938BEAD-ED86-435B-9EBA-261CD89BE606}"/>
              </a:ext>
            </a:extLst>
          </p:cNvPr>
          <p:cNvSpPr>
            <a:spLocks noGrp="1"/>
          </p:cNvSpPr>
          <p:nvPr/>
        </p:nvSpPr>
        <p:spPr>
          <a:xfrm>
            <a:off x="4867275" y="2552700"/>
            <a:ext cx="0" cy="876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2B699ADF-3144-40BD-A6C0-C0545CCFCF96}"/>
              </a:ext>
            </a:extLst>
          </p:cNvPr>
          <p:cNvSpPr>
            <a:spLocks noGrp="1"/>
          </p:cNvSpPr>
          <p:nvPr/>
        </p:nvSpPr>
        <p:spPr>
          <a:xfrm>
            <a:off x="5148263" y="2552700"/>
            <a:ext cx="0" cy="876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5A0A1C8-A0EC-4441-BE3D-9AEB30F6A22A}"/>
              </a:ext>
            </a:extLst>
          </p:cNvPr>
          <p:cNvSpPr>
            <a:spLocks noGrp="1"/>
          </p:cNvSpPr>
          <p:nvPr/>
        </p:nvSpPr>
        <p:spPr>
          <a:xfrm>
            <a:off x="4305300" y="2727960"/>
            <a:ext cx="280988" cy="70104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61B8309-F5CE-42AB-92FF-24D092170BE4}"/>
              </a:ext>
            </a:extLst>
          </p:cNvPr>
          <p:cNvSpPr>
            <a:spLocks noGrp="1"/>
          </p:cNvSpPr>
          <p:nvPr/>
        </p:nvSpPr>
        <p:spPr>
          <a:xfrm>
            <a:off x="3943350" y="36766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測点数に応じて構築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7115002-F6B3-40AF-BD24-EF78846C6C4B}"/>
              </a:ext>
            </a:extLst>
          </p:cNvPr>
          <p:cNvSpPr>
            <a:spLocks noGrp="1"/>
          </p:cNvSpPr>
          <p:nvPr/>
        </p:nvSpPr>
        <p:spPr>
          <a:xfrm>
            <a:off x="7429500" y="1676400"/>
            <a:ext cx="17526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04D644C-847C-4C0E-BBC1-1BF49F17DBFA}"/>
              </a:ext>
            </a:extLst>
          </p:cNvPr>
          <p:cNvSpPr>
            <a:spLocks noGrp="1"/>
          </p:cNvSpPr>
          <p:nvPr/>
        </p:nvSpPr>
        <p:spPr>
          <a:xfrm>
            <a:off x="7581900" y="18288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掘削・盛土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943A42C-D0C0-4FC0-B242-B3C3D7020F27}"/>
              </a:ext>
            </a:extLst>
          </p:cNvPr>
          <p:cNvSpPr>
            <a:spLocks noGrp="1"/>
          </p:cNvSpPr>
          <p:nvPr/>
        </p:nvSpPr>
        <p:spPr>
          <a:xfrm>
            <a:off x="7581900" y="20574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明細行・数式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BDE3870-8C37-4153-BB23-A7C18A70793B}"/>
              </a:ext>
            </a:extLst>
          </p:cNvPr>
          <p:cNvSpPr>
            <a:spLocks noGrp="1"/>
          </p:cNvSpPr>
          <p:nvPr/>
        </p:nvSpPr>
        <p:spPr>
          <a:xfrm>
            <a:off x="9525000" y="1676400"/>
            <a:ext cx="17526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F55C5C9-A51F-45A2-8EE6-A813AB398DE3}"/>
              </a:ext>
            </a:extLst>
          </p:cNvPr>
          <p:cNvSpPr>
            <a:spLocks noGrp="1"/>
          </p:cNvSpPr>
          <p:nvPr/>
        </p:nvSpPr>
        <p:spPr>
          <a:xfrm>
            <a:off x="9677400" y="18288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路体・路床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19B351D-C56B-4955-B762-6357198A5503}"/>
              </a:ext>
            </a:extLst>
          </p:cNvPr>
          <p:cNvSpPr>
            <a:spLocks noGrp="1"/>
          </p:cNvSpPr>
          <p:nvPr/>
        </p:nvSpPr>
        <p:spPr>
          <a:xfrm>
            <a:off x="9677400" y="20574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明細行・数式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D509801-FF7D-431F-844E-B0F6C43A3E88}"/>
              </a:ext>
            </a:extLst>
          </p:cNvPr>
          <p:cNvSpPr>
            <a:spLocks noGrp="1"/>
          </p:cNvSpPr>
          <p:nvPr/>
        </p:nvSpPr>
        <p:spPr>
          <a:xfrm>
            <a:off x="7429500" y="2800350"/>
            <a:ext cx="17526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C203BC7-D35C-4DEA-AD82-8FE7A590A71E}"/>
              </a:ext>
            </a:extLst>
          </p:cNvPr>
          <p:cNvSpPr>
            <a:spLocks noGrp="1"/>
          </p:cNvSpPr>
          <p:nvPr/>
        </p:nvSpPr>
        <p:spPr>
          <a:xfrm>
            <a:off x="7581900" y="295275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法面整形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2ED2FA9-6636-4FC5-B539-721EEC664F03}"/>
              </a:ext>
            </a:extLst>
          </p:cNvPr>
          <p:cNvSpPr>
            <a:spLocks noGrp="1"/>
          </p:cNvSpPr>
          <p:nvPr/>
        </p:nvSpPr>
        <p:spPr>
          <a:xfrm>
            <a:off x="7581900" y="31813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明細行・数式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4E684C4-AD37-4433-9BD0-112D77AD75B5}"/>
              </a:ext>
            </a:extLst>
          </p:cNvPr>
          <p:cNvSpPr>
            <a:spLocks noGrp="1"/>
          </p:cNvSpPr>
          <p:nvPr/>
        </p:nvSpPr>
        <p:spPr>
          <a:xfrm>
            <a:off x="9525000" y="2800350"/>
            <a:ext cx="17526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011B096-B330-43C8-B05F-B931C02FBEE2}"/>
              </a:ext>
            </a:extLst>
          </p:cNvPr>
          <p:cNvSpPr>
            <a:spLocks noGrp="1"/>
          </p:cNvSpPr>
          <p:nvPr/>
        </p:nvSpPr>
        <p:spPr>
          <a:xfrm>
            <a:off x="9677400" y="295275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作業土工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2E3080-43A5-46F8-A6AF-322CEE457797}"/>
              </a:ext>
            </a:extLst>
          </p:cNvPr>
          <p:cNvSpPr>
            <a:spLocks noGrp="1"/>
          </p:cNvSpPr>
          <p:nvPr/>
        </p:nvSpPr>
        <p:spPr>
          <a:xfrm>
            <a:off x="9677400" y="31813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明細行・数式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20F655E-C38B-4365-B4E8-60F59D8E41AC}"/>
              </a:ext>
            </a:extLst>
          </p:cNvPr>
          <p:cNvSpPr>
            <a:spLocks noGrp="1"/>
          </p:cNvSpPr>
          <p:nvPr/>
        </p:nvSpPr>
        <p:spPr>
          <a:xfrm>
            <a:off x="7429500" y="3924300"/>
            <a:ext cx="17526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AE1A9C0-CECF-4D78-85D3-3D592B4F2EE4}"/>
              </a:ext>
            </a:extLst>
          </p:cNvPr>
          <p:cNvSpPr>
            <a:spLocks noGrp="1"/>
          </p:cNvSpPr>
          <p:nvPr/>
        </p:nvSpPr>
        <p:spPr>
          <a:xfrm>
            <a:off x="7581900" y="40767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集計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4C8DC353-1CDF-4BEB-B9EC-953A870C687F}"/>
              </a:ext>
            </a:extLst>
          </p:cNvPr>
          <p:cNvSpPr>
            <a:spLocks noGrp="1"/>
          </p:cNvSpPr>
          <p:nvPr/>
        </p:nvSpPr>
        <p:spPr>
          <a:xfrm>
            <a:off x="7581900" y="43053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参照・合計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3F6CBBA-A2C4-415F-A8F6-3F23C5EBBE05}"/>
              </a:ext>
            </a:extLst>
          </p:cNvPr>
          <p:cNvSpPr>
            <a:spLocks noGrp="1"/>
          </p:cNvSpPr>
          <p:nvPr/>
        </p:nvSpPr>
        <p:spPr>
          <a:xfrm>
            <a:off x="9525000" y="3924300"/>
            <a:ext cx="1752600" cy="685800"/>
          </a:xfrm>
          <a:prstGeom prst="rect">
            <a:avLst/>
          </a:prstGeom>
          <a:solidFill>
            <a:schemeClr val="bg1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986CEDB-0C7D-4852-A30D-5C8429938B12}"/>
              </a:ext>
            </a:extLst>
          </p:cNvPr>
          <p:cNvSpPr>
            <a:spLocks noGrp="1"/>
          </p:cNvSpPr>
          <p:nvPr/>
        </p:nvSpPr>
        <p:spPr>
          <a:xfrm>
            <a:off x="9677400" y="40767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チェック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596BEF2-28E1-43D1-ADF4-0D0505577570}"/>
              </a:ext>
            </a:extLst>
          </p:cNvPr>
          <p:cNvSpPr>
            <a:spLocks noGrp="1"/>
          </p:cNvSpPr>
          <p:nvPr/>
        </p:nvSpPr>
        <p:spPr>
          <a:xfrm>
            <a:off x="9677400" y="43053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入力規則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7B5ADEF-E220-4B4C-9F01-57C409A704A1}"/>
              </a:ext>
            </a:extLst>
          </p:cNvPr>
          <p:cNvSpPr>
            <a:spLocks noGrp="1"/>
          </p:cNvSpPr>
          <p:nvPr/>
        </p:nvSpPr>
        <p:spPr>
          <a:xfrm>
            <a:off x="3171825" y="4991100"/>
            <a:ext cx="3238500" cy="4000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6A9DBC0-C4C2-4B60-90AF-CF8F51D57A92}"/>
              </a:ext>
            </a:extLst>
          </p:cNvPr>
          <p:cNvSpPr>
            <a:spLocks noGrp="1"/>
          </p:cNvSpPr>
          <p:nvPr/>
        </p:nvSpPr>
        <p:spPr>
          <a:xfrm>
            <a:off x="3267075" y="5038725"/>
            <a:ext cx="304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dirty="0" err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印刷範囲まで更新</a:t>
            </a:r>
            <a:endParaRPr sz="1275" b="1" dirty="0">
              <a:solidFill>
                <a:srgbClr val="007E5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647A44B-FB25-41D2-9B30-12EB60D6095D}"/>
              </a:ext>
            </a:extLst>
          </p:cNvPr>
          <p:cNvSpPr>
            <a:spLocks noGrp="1"/>
          </p:cNvSpPr>
          <p:nvPr/>
        </p:nvSpPr>
        <p:spPr>
          <a:xfrm>
            <a:off x="3152775" y="5581650"/>
            <a:ext cx="3276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数式はExcelで開いたときに再計算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106EA21-80E0-CBD4-7CE3-719B9CCDD659}"/>
              </a:ext>
            </a:extLst>
          </p:cNvPr>
          <p:cNvSpPr>
            <a:spLocks noGrp="1"/>
          </p:cNvSpPr>
          <p:nvPr/>
        </p:nvSpPr>
        <p:spPr>
          <a:xfrm>
            <a:off x="6410325" y="2673963"/>
            <a:ext cx="60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40" name="shape-3">
            <a:extLst>
              <a:ext uri="{FF2B5EF4-FFF2-40B4-BE49-F238E27FC236}">
                <a16:creationId xmlns:a16="http://schemas.microsoft.com/office/drawing/2014/main" id="{9C5E643B-638E-4D41-757E-61BD0CDEA89C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840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2C8169F-A12F-4DAE-975B-CCC74D46DA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018A387-5A64-4CC6-8D44-26FACC7C57D8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AB9016C-B599-49D0-ABAE-0949EC8F83EA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16  FAIL SAFE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090893F6-AF23-4148-A3CD-41CDCAD5373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曖昧なDXFは、推測で出力せず未処理として残す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884FE86B-175E-489A-B917-D461D87D1AA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成功したファイルだけ移動。失敗したDXFは input に残るため、元データと理由を確認できます。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80540E2-EB04-403D-B511-DC8D805921F2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3BB9A85-7FFA-48E8-BDCD-1BE67249BD53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4953000" cy="4057650"/>
          </a:xfrm>
          <a:prstGeom prst="rect">
            <a:avLst/>
          </a:prstGeom>
          <a:solidFill>
            <a:srgbClr val="E8F7F1"/>
          </a:solidFill>
          <a:ln w="14288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7CDB11D-B988-4417-B2F5-87878E4AA59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出力可能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B0A20C4-0717-4A93-B78F-840FC29B5E16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1524000" cy="1524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539352-C854-4E48-AD51-BD1BBB6B0A26}"/>
              </a:ext>
            </a:extLst>
          </p:cNvPr>
          <p:cNvSpPr>
            <a:spLocks noGrp="1"/>
          </p:cNvSpPr>
          <p:nvPr/>
        </p:nvSpPr>
        <p:spPr>
          <a:xfrm>
            <a:off x="2552700" y="2771446"/>
            <a:ext cx="95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4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27C9173-C14B-44C6-84CA-8F52CDE0A6C2}"/>
              </a:ext>
            </a:extLst>
          </p:cNvPr>
          <p:cNvSpPr>
            <a:spLocks noGrp="1"/>
          </p:cNvSpPr>
          <p:nvPr/>
        </p:nvSpPr>
        <p:spPr>
          <a:xfrm>
            <a:off x="1181100" y="4286250"/>
            <a:ext cx="3695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すべて一意に判定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A7146BF-8217-40F6-A84F-EF0A9CFD7C38}"/>
              </a:ext>
            </a:extLst>
          </p:cNvPr>
          <p:cNvSpPr>
            <a:spLocks noGrp="1"/>
          </p:cNvSpPr>
          <p:nvPr/>
        </p:nvSpPr>
        <p:spPr>
          <a:xfrm>
            <a:off x="1181100" y="4762500"/>
            <a:ext cx="3695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Excelを出力 → usedへ移動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B65C5DF-8E63-4C79-8117-819D4DAE13C8}"/>
              </a:ext>
            </a:extLst>
          </p:cNvPr>
          <p:cNvSpPr>
            <a:spLocks noGrp="1"/>
          </p:cNvSpPr>
          <p:nvPr/>
        </p:nvSpPr>
        <p:spPr>
          <a:xfrm>
            <a:off x="1943100" y="5200650"/>
            <a:ext cx="2171700" cy="3238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745ADBE-65D7-4D46-990F-0C1719D6C1A3}"/>
              </a:ext>
            </a:extLst>
          </p:cNvPr>
          <p:cNvSpPr>
            <a:spLocks noGrp="1"/>
          </p:cNvSpPr>
          <p:nvPr/>
        </p:nvSpPr>
        <p:spPr>
          <a:xfrm>
            <a:off x="2038350" y="5248275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正常処理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DD12B20-2D24-4012-958E-B47B83B53E37}"/>
              </a:ext>
            </a:extLst>
          </p:cNvPr>
          <p:cNvSpPr>
            <a:spLocks noGrp="1"/>
          </p:cNvSpPr>
          <p:nvPr/>
        </p:nvSpPr>
        <p:spPr>
          <a:xfrm>
            <a:off x="6686550" y="1619250"/>
            <a:ext cx="4953000" cy="4057650"/>
          </a:xfrm>
          <a:prstGeom prst="rect">
            <a:avLst/>
          </a:prstGeom>
          <a:solidFill>
            <a:srgbClr val="F3F5F5"/>
          </a:solidFill>
          <a:ln w="14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6D0205B-5E48-48B2-9D4E-55B1BA0B9AE4}"/>
              </a:ext>
            </a:extLst>
          </p:cNvPr>
          <p:cNvSpPr>
            <a:spLocks noGrp="1"/>
          </p:cNvSpPr>
          <p:nvPr/>
        </p:nvSpPr>
        <p:spPr>
          <a:xfrm>
            <a:off x="6972300" y="184785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安全停止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F975724-D9BA-4EBC-9085-F9927F29C5E1}"/>
              </a:ext>
            </a:extLst>
          </p:cNvPr>
          <p:cNvSpPr>
            <a:spLocks noGrp="1"/>
          </p:cNvSpPr>
          <p:nvPr/>
        </p:nvSpPr>
        <p:spPr>
          <a:xfrm>
            <a:off x="8553450" y="2514599"/>
            <a:ext cx="1219200" cy="1171575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7080BED-CCC4-4455-8172-156B42E54586}"/>
              </a:ext>
            </a:extLst>
          </p:cNvPr>
          <p:cNvSpPr>
            <a:spLocks noGrp="1"/>
          </p:cNvSpPr>
          <p:nvPr/>
        </p:nvSpPr>
        <p:spPr>
          <a:xfrm>
            <a:off x="8743950" y="2733346"/>
            <a:ext cx="8382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9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E41CEE48-4B26-471F-BF11-BA253C9A6823}"/>
              </a:ext>
            </a:extLst>
          </p:cNvPr>
          <p:cNvSpPr>
            <a:spLocks noGrp="1"/>
          </p:cNvSpPr>
          <p:nvPr/>
        </p:nvSpPr>
        <p:spPr>
          <a:xfrm>
            <a:off x="7162800" y="4133850"/>
            <a:ext cx="114300" cy="1143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542C14-56C4-4FF2-8B45-8BE6781B5F34}"/>
              </a:ext>
            </a:extLst>
          </p:cNvPr>
          <p:cNvSpPr>
            <a:spLocks noGrp="1"/>
          </p:cNvSpPr>
          <p:nvPr/>
        </p:nvSpPr>
        <p:spPr>
          <a:xfrm>
            <a:off x="7372350" y="4029075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候補が重複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77DFEA8E-B785-4111-9A70-496C5EE1F3C6}"/>
              </a:ext>
            </a:extLst>
          </p:cNvPr>
          <p:cNvSpPr>
            <a:spLocks noGrp="1"/>
          </p:cNvSpPr>
          <p:nvPr/>
        </p:nvSpPr>
        <p:spPr>
          <a:xfrm>
            <a:off x="9296400" y="4133850"/>
            <a:ext cx="114300" cy="1143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65818FC-9794-41DE-B108-CBD94BD49A88}"/>
              </a:ext>
            </a:extLst>
          </p:cNvPr>
          <p:cNvSpPr>
            <a:spLocks noGrp="1"/>
          </p:cNvSpPr>
          <p:nvPr/>
        </p:nvSpPr>
        <p:spPr>
          <a:xfrm>
            <a:off x="9505950" y="4029075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距離を超過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F44C0D00-213D-4A86-9D43-04DCC120FF11}"/>
              </a:ext>
            </a:extLst>
          </p:cNvPr>
          <p:cNvSpPr>
            <a:spLocks noGrp="1"/>
          </p:cNvSpPr>
          <p:nvPr/>
        </p:nvSpPr>
        <p:spPr>
          <a:xfrm>
            <a:off x="7162800" y="4591050"/>
            <a:ext cx="114300" cy="1143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4B87FEB-2419-4A98-9C41-F987A0169A1C}"/>
              </a:ext>
            </a:extLst>
          </p:cNvPr>
          <p:cNvSpPr>
            <a:spLocks noGrp="1"/>
          </p:cNvSpPr>
          <p:nvPr/>
        </p:nvSpPr>
        <p:spPr>
          <a:xfrm>
            <a:off x="7372350" y="4486275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表構成が不一致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2B2F6C2B-1821-44F0-8D9F-40B80262A74E}"/>
              </a:ext>
            </a:extLst>
          </p:cNvPr>
          <p:cNvSpPr>
            <a:spLocks noGrp="1"/>
          </p:cNvSpPr>
          <p:nvPr/>
        </p:nvSpPr>
        <p:spPr>
          <a:xfrm>
            <a:off x="9296400" y="4591050"/>
            <a:ext cx="114300" cy="114300"/>
          </a:xfrm>
          <a:prstGeom prst="ellipse">
            <a:avLst/>
          </a:prstGeom>
          <a:solidFill>
            <a:srgbClr val="222222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D16C637-527A-4CE5-9295-3E9FEFAAAC7D}"/>
              </a:ext>
            </a:extLst>
          </p:cNvPr>
          <p:cNvSpPr>
            <a:spLocks noGrp="1"/>
          </p:cNvSpPr>
          <p:nvPr/>
        </p:nvSpPr>
        <p:spPr>
          <a:xfrm>
            <a:off x="9505950" y="4486275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倍率が混在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13D27D9-1064-48A5-BC4D-1C5D3038AA2E}"/>
              </a:ext>
            </a:extLst>
          </p:cNvPr>
          <p:cNvSpPr>
            <a:spLocks noGrp="1"/>
          </p:cNvSpPr>
          <p:nvPr/>
        </p:nvSpPr>
        <p:spPr>
          <a:xfrm>
            <a:off x="7277100" y="5219700"/>
            <a:ext cx="3771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Excelを作らず input に残す</a:t>
            </a:r>
          </a:p>
        </p:txBody>
      </p:sp>
      <p:sp>
        <p:nvSpPr>
          <p:cNvPr id="30" name="shape-3">
            <a:extLst>
              <a:ext uri="{FF2B5EF4-FFF2-40B4-BE49-F238E27FC236}">
                <a16:creationId xmlns:a16="http://schemas.microsoft.com/office/drawing/2014/main" id="{2648C2E9-2F3A-C40C-3F3D-E47FCD6AB849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10733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034754E-AE9A-430B-9183-52BC252B7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6EE1D69-8A9C-4E8A-918E-C66D0B4DAEF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38696D6-F457-4EE5-9A31-633756F3D5AD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</a:t>
            </a:r>
            <a:r>
              <a:rPr lang="en-US"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7</a:t>
            </a: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  HUMAN CHECK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0FA26D20-DAD7-45B7-8BE8-A29208C99CA8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処理完了後の目視確認までが運用の完了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0C20CFF1-1C64-47F1-B123-A6D09D56AD2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最初・中間・最後の測点を起点に、図面と帳票の対応を効率よく確認します。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75678F69-0B82-43F0-8C52-F43E4776D31D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17</a:t>
            </a:r>
            <a:endParaRPr sz="82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180C26-271B-4F96-95E5-F1D1D2834AD2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出力Excel（帳票イメージ）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C0722F-17FD-423D-8D4C-EC0B2664A901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638800" cy="3390900"/>
          </a:xfrm>
          <a:prstGeom prst="rect">
            <a:avLst/>
          </a:prstGeom>
          <a:solidFill>
            <a:srgbClr val="FFFFFF"/>
          </a:solidFill>
          <a:ln w="14288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E7D1B13-1332-4146-A947-A3F416CE56BC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638800" cy="423863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直線コネクタ 9">
            <a:extLst>
              <a:ext uri="{FF2B5EF4-FFF2-40B4-BE49-F238E27FC236}">
                <a16:creationId xmlns:a16="http://schemas.microsoft.com/office/drawing/2014/main" id="{8CA13C99-46EE-4A16-8061-57A5AAF72129}"/>
              </a:ext>
            </a:extLst>
          </p:cNvPr>
          <p:cNvSpPr>
            <a:spLocks noGrp="1"/>
          </p:cNvSpPr>
          <p:nvPr/>
        </p:nvSpPr>
        <p:spPr>
          <a:xfrm>
            <a:off x="609600" y="2347913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9AF62A33-283A-4429-A78B-D197602520D2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9953C497-69F3-4C5D-9B14-DEBC01504424}"/>
              </a:ext>
            </a:extLst>
          </p:cNvPr>
          <p:cNvSpPr>
            <a:spLocks noGrp="1"/>
          </p:cNvSpPr>
          <p:nvPr/>
        </p:nvSpPr>
        <p:spPr>
          <a:xfrm>
            <a:off x="609600" y="3195638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0429A83D-5BB4-4893-9315-2FE284368954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B9DBD24B-17D2-4925-814B-F5406F3EC3F0}"/>
              </a:ext>
            </a:extLst>
          </p:cNvPr>
          <p:cNvSpPr>
            <a:spLocks noGrp="1"/>
          </p:cNvSpPr>
          <p:nvPr/>
        </p:nvSpPr>
        <p:spPr>
          <a:xfrm>
            <a:off x="609600" y="4043363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4DCCFD32-B3AC-47FF-9CD4-2B554F34303A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EAA2CBDF-0062-4B84-9BC3-6D08D30E15BE}"/>
              </a:ext>
            </a:extLst>
          </p:cNvPr>
          <p:cNvSpPr>
            <a:spLocks noGrp="1"/>
          </p:cNvSpPr>
          <p:nvPr/>
        </p:nvSpPr>
        <p:spPr>
          <a:xfrm>
            <a:off x="609600" y="4891088"/>
            <a:ext cx="56388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91D6C5AF-FD1E-4C25-8B7A-BBAA4561C132}"/>
              </a:ext>
            </a:extLst>
          </p:cNvPr>
          <p:cNvSpPr>
            <a:spLocks noGrp="1"/>
          </p:cNvSpPr>
          <p:nvPr/>
        </p:nvSpPr>
        <p:spPr>
          <a:xfrm>
            <a:off x="1415143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38B46613-6799-4D17-AF3D-E93094B7750E}"/>
              </a:ext>
            </a:extLst>
          </p:cNvPr>
          <p:cNvSpPr>
            <a:spLocks noGrp="1"/>
          </p:cNvSpPr>
          <p:nvPr/>
        </p:nvSpPr>
        <p:spPr>
          <a:xfrm>
            <a:off x="2220686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6E4360AF-9BD9-4547-984C-E72ED738407F}"/>
              </a:ext>
            </a:extLst>
          </p:cNvPr>
          <p:cNvSpPr>
            <a:spLocks noGrp="1"/>
          </p:cNvSpPr>
          <p:nvPr/>
        </p:nvSpPr>
        <p:spPr>
          <a:xfrm>
            <a:off x="3026229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BE01C14A-0B5F-4FC5-8911-E2444F4CF4DE}"/>
              </a:ext>
            </a:extLst>
          </p:cNvPr>
          <p:cNvSpPr>
            <a:spLocks noGrp="1"/>
          </p:cNvSpPr>
          <p:nvPr/>
        </p:nvSpPr>
        <p:spPr>
          <a:xfrm>
            <a:off x="3831771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976FE462-CE70-403E-8DCB-369873EA44C6}"/>
              </a:ext>
            </a:extLst>
          </p:cNvPr>
          <p:cNvSpPr>
            <a:spLocks noGrp="1"/>
          </p:cNvSpPr>
          <p:nvPr/>
        </p:nvSpPr>
        <p:spPr>
          <a:xfrm>
            <a:off x="4637314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9B16E23C-AD5D-461E-99E1-CA9EFD0DDC67}"/>
              </a:ext>
            </a:extLst>
          </p:cNvPr>
          <p:cNvSpPr>
            <a:spLocks noGrp="1"/>
          </p:cNvSpPr>
          <p:nvPr/>
        </p:nvSpPr>
        <p:spPr>
          <a:xfrm>
            <a:off x="5442857" y="1924050"/>
            <a:ext cx="0" cy="33909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480F67A-645F-41E2-8E95-8C2719849A75}"/>
              </a:ext>
            </a:extLst>
          </p:cNvPr>
          <p:cNvSpPr>
            <a:spLocks noGrp="1"/>
          </p:cNvSpPr>
          <p:nvPr/>
        </p:nvSpPr>
        <p:spPr>
          <a:xfrm>
            <a:off x="609600" y="2347913"/>
            <a:ext cx="805543" cy="2967038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98B8BCF-3CA3-46B2-9AC4-04EEA4D6241B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測点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B6E66A2-3A7C-4BCA-8691-40C05925ADCE}"/>
              </a:ext>
            </a:extLst>
          </p:cNvPr>
          <p:cNvSpPr>
            <a:spLocks noGrp="1"/>
          </p:cNvSpPr>
          <p:nvPr/>
        </p:nvSpPr>
        <p:spPr>
          <a:xfrm>
            <a:off x="1415143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切土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E0CA29B-5C84-4E71-81D1-BF477B865B24}"/>
              </a:ext>
            </a:extLst>
          </p:cNvPr>
          <p:cNvSpPr>
            <a:spLocks noGrp="1"/>
          </p:cNvSpPr>
          <p:nvPr/>
        </p:nvSpPr>
        <p:spPr>
          <a:xfrm>
            <a:off x="2220686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盛土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9614AB6-0A02-422D-BDBA-00F34A70CD22}"/>
              </a:ext>
            </a:extLst>
          </p:cNvPr>
          <p:cNvSpPr>
            <a:spLocks noGrp="1"/>
          </p:cNvSpPr>
          <p:nvPr/>
        </p:nvSpPr>
        <p:spPr>
          <a:xfrm>
            <a:off x="3026229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路床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2E2CD48-AD0A-4B7E-B5A7-9AB018A813B0}"/>
              </a:ext>
            </a:extLst>
          </p:cNvPr>
          <p:cNvSpPr>
            <a:spLocks noGrp="1"/>
          </p:cNvSpPr>
          <p:nvPr/>
        </p:nvSpPr>
        <p:spPr>
          <a:xfrm>
            <a:off x="3831771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切法面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599F175-0AE0-4709-A27B-4C879F701F3D}"/>
              </a:ext>
            </a:extLst>
          </p:cNvPr>
          <p:cNvSpPr>
            <a:spLocks noGrp="1"/>
          </p:cNvSpPr>
          <p:nvPr/>
        </p:nvSpPr>
        <p:spPr>
          <a:xfrm>
            <a:off x="4637314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盛法面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33F48CC-54D6-4673-96D2-2013B1033C43}"/>
              </a:ext>
            </a:extLst>
          </p:cNvPr>
          <p:cNvSpPr>
            <a:spLocks noGrp="1"/>
          </p:cNvSpPr>
          <p:nvPr/>
        </p:nvSpPr>
        <p:spPr>
          <a:xfrm>
            <a:off x="5442857" y="1981200"/>
            <a:ext cx="80554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埋戻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3478A83-802F-4659-A6E3-8E23683AF652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BBFF5C1-FFB5-4350-9912-BD49871D8075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NO.124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D66ACFC-7FD8-496E-A104-1AB18F259895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NO.125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3530BDD-ED05-4B04-995D-48A005488CFB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…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BA9F03A-BD60-4587-B690-62C493485D2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NO.198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86EFD55-86DD-4EE4-86B8-1171B288F7C0}"/>
              </a:ext>
            </a:extLst>
          </p:cNvPr>
          <p:cNvSpPr>
            <a:spLocks noGrp="1"/>
          </p:cNvSpPr>
          <p:nvPr/>
        </p:nvSpPr>
        <p:spPr>
          <a:xfrm>
            <a:off x="1524000" y="5562600"/>
            <a:ext cx="3810000" cy="32385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A404EC5-881E-4A8F-8E1F-B6CDAC20ADED}"/>
              </a:ext>
            </a:extLst>
          </p:cNvPr>
          <p:cNvSpPr>
            <a:spLocks noGrp="1"/>
          </p:cNvSpPr>
          <p:nvPr/>
        </p:nvSpPr>
        <p:spPr>
          <a:xfrm>
            <a:off x="1619250" y="5610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最初・中間・最後を重点確認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E1E5A44-C4F3-41B1-9FEC-8D67B0DF73CB}"/>
              </a:ext>
            </a:extLst>
          </p:cNvPr>
          <p:cNvSpPr>
            <a:spLocks noGrp="1"/>
          </p:cNvSpPr>
          <p:nvPr/>
        </p:nvSpPr>
        <p:spPr>
          <a:xfrm>
            <a:off x="6972300" y="15049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確認チェックリスト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30B82AC-6FC7-43E6-8F79-1F0F4AE78EFA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FF01D21-4738-41F3-B933-E586D5E0B4BF}"/>
              </a:ext>
            </a:extLst>
          </p:cNvPr>
          <p:cNvSpPr>
            <a:spLocks noGrp="1"/>
          </p:cNvSpPr>
          <p:nvPr/>
        </p:nvSpPr>
        <p:spPr>
          <a:xfrm>
            <a:off x="7258050" y="20574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測点数と並び順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0C80369-7932-4A90-A96A-83B263FCAE0C}"/>
              </a:ext>
            </a:extLst>
          </p:cNvPr>
          <p:cNvSpPr>
            <a:spLocks noGrp="1"/>
          </p:cNvSpPr>
          <p:nvPr/>
        </p:nvSpPr>
        <p:spPr>
          <a:xfrm>
            <a:off x="7010400" y="26098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F8DF9E4-8A6F-4E0C-AB5F-70AE1FCEFF9C}"/>
              </a:ext>
            </a:extLst>
          </p:cNvPr>
          <p:cNvSpPr>
            <a:spLocks noGrp="1"/>
          </p:cNvSpPr>
          <p:nvPr/>
        </p:nvSpPr>
        <p:spPr>
          <a:xfrm>
            <a:off x="7258050" y="25908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本線だけが出力されている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AD71B16-6ED7-401E-87A8-BEB1C489F85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D5CA2EA-3914-491E-8663-FB3174ED86E5}"/>
              </a:ext>
            </a:extLst>
          </p:cNvPr>
          <p:cNvSpPr>
            <a:spLocks noGrp="1"/>
          </p:cNvSpPr>
          <p:nvPr/>
        </p:nvSpPr>
        <p:spPr>
          <a:xfrm>
            <a:off x="7258050" y="31242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法面の左右／未分割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D3B8016-015F-48DC-B1F9-68E61F2FD73C}"/>
              </a:ext>
            </a:extLst>
          </p:cNvPr>
          <p:cNvSpPr>
            <a:spLocks noGrp="1"/>
          </p:cNvSpPr>
          <p:nvPr/>
        </p:nvSpPr>
        <p:spPr>
          <a:xfrm>
            <a:off x="7010400" y="36766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B4BFAE5-BC77-4B7D-A921-2F5A6E56C0BF}"/>
              </a:ext>
            </a:extLst>
          </p:cNvPr>
          <p:cNvSpPr>
            <a:spLocks noGrp="1"/>
          </p:cNvSpPr>
          <p:nvPr/>
        </p:nvSpPr>
        <p:spPr>
          <a:xfrm>
            <a:off x="7258050" y="36576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埋戻 C・D の配置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5383C9C-E57C-4BDB-93B4-70DC1D2E9B4D}"/>
              </a:ext>
            </a:extLst>
          </p:cNvPr>
          <p:cNvSpPr>
            <a:spLocks noGrp="1"/>
          </p:cNvSpPr>
          <p:nvPr/>
        </p:nvSpPr>
        <p:spPr>
          <a:xfrm>
            <a:off x="7010400" y="42100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54D03AE-FDDF-46F2-B45D-36AB2C47FB87}"/>
              </a:ext>
            </a:extLst>
          </p:cNvPr>
          <p:cNvSpPr>
            <a:spLocks noGrp="1"/>
          </p:cNvSpPr>
          <p:nvPr/>
        </p:nvSpPr>
        <p:spPr>
          <a:xfrm>
            <a:off x="7258050" y="4191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0・ハイフン・空白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FE54EB6-21CF-406B-A64D-1F75F918BC76}"/>
              </a:ext>
            </a:extLst>
          </p:cNvPr>
          <p:cNvSpPr>
            <a:spLocks noGrp="1"/>
          </p:cNvSpPr>
          <p:nvPr/>
        </p:nvSpPr>
        <p:spPr>
          <a:xfrm>
            <a:off x="7010400" y="4743450"/>
            <a:ext cx="152400" cy="152400"/>
          </a:xfrm>
          <a:prstGeom prst="rect">
            <a:avLst/>
          </a:prstGeom>
          <a:solidFill>
            <a:srgbClr val="FFFFFF"/>
          </a:solidFill>
          <a:ln w="14288">
            <a:solidFill>
              <a:srgbClr val="6C74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B5883F3-532C-4DA1-96B5-C5F38D7E25FB}"/>
              </a:ext>
            </a:extLst>
          </p:cNvPr>
          <p:cNvSpPr>
            <a:spLocks noGrp="1"/>
          </p:cNvSpPr>
          <p:nvPr/>
        </p:nvSpPr>
        <p:spPr>
          <a:xfrm>
            <a:off x="7258050" y="47244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Excel再計算後の集計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E312789-2738-4A36-9962-A3A020B522C7}"/>
              </a:ext>
            </a:extLst>
          </p:cNvPr>
          <p:cNvSpPr>
            <a:spLocks noGrp="1"/>
          </p:cNvSpPr>
          <p:nvPr/>
        </p:nvSpPr>
        <p:spPr>
          <a:xfrm>
            <a:off x="6896100" y="5467350"/>
            <a:ext cx="4362450" cy="457200"/>
          </a:xfrm>
          <a:prstGeom prst="rect">
            <a:avLst/>
          </a:prstGeom>
          <a:solidFill>
            <a:srgbClr val="E8F7F1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2034526-9731-4590-89CF-35DC610179C1}"/>
              </a:ext>
            </a:extLst>
          </p:cNvPr>
          <p:cNvSpPr>
            <a:spLocks noGrp="1"/>
          </p:cNvSpPr>
          <p:nvPr/>
        </p:nvSpPr>
        <p:spPr>
          <a:xfrm>
            <a:off x="7124700" y="556260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図面評価者の確認で完了</a:t>
            </a:r>
          </a:p>
        </p:txBody>
      </p:sp>
      <p:sp>
        <p:nvSpPr>
          <p:cNvPr id="55" name="shape-3">
            <a:extLst>
              <a:ext uri="{FF2B5EF4-FFF2-40B4-BE49-F238E27FC236}">
                <a16:creationId xmlns:a16="http://schemas.microsoft.com/office/drawing/2014/main" id="{568D35B9-2AB6-3E61-38A9-FDF32A391159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3387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1723631-B2F4-4A05-968B-36EE98EE93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5ACA23F-4B96-40FF-833F-7DEF8384E07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8C4ED2B-9B10-499B-BED0-7A1B28EA73A2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</a:t>
            </a:r>
            <a:r>
              <a:rPr lang="en-US"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8</a:t>
            </a: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  APPENDIX / INPUT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810253FF-EF06-4761-9A5D-DAB9EFF0D2E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判定に使用する主なDXF要素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A7191FDD-5A4F-4616-9DF0-BC0E4713711F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実装が参照するレイヤー・エンティティ・表記を整理した入力仕様です。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39783C58-A00C-4554-B8C6-1627BFB4D976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18</a:t>
            </a:r>
            <a:endParaRPr sz="82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C94767-51BD-4A52-BD98-8C65035A4B73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629900" cy="41148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187667B-DA04-4FAC-ABD1-05464A0608D2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26670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5FE6A5-09B6-4A3C-9BB4-0C0D1F295C97}"/>
              </a:ext>
            </a:extLst>
          </p:cNvPr>
          <p:cNvSpPr>
            <a:spLocks noGrp="1"/>
          </p:cNvSpPr>
          <p:nvPr/>
        </p:nvSpPr>
        <p:spPr>
          <a:xfrm>
            <a:off x="752475" y="158115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要素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53DF117-2826-430A-A232-FEDDCB853796}"/>
              </a:ext>
            </a:extLst>
          </p:cNvPr>
          <p:cNvSpPr>
            <a:spLocks noGrp="1"/>
          </p:cNvSpPr>
          <p:nvPr/>
        </p:nvSpPr>
        <p:spPr>
          <a:xfrm>
            <a:off x="3352800" y="1543050"/>
            <a:ext cx="79629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4A145640-0038-4634-B250-976285F4AEDD}"/>
              </a:ext>
            </a:extLst>
          </p:cNvPr>
          <p:cNvSpPr>
            <a:spLocks noGrp="1"/>
          </p:cNvSpPr>
          <p:nvPr/>
        </p:nvSpPr>
        <p:spPr>
          <a:xfrm>
            <a:off x="3352800" y="15430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73178E-683F-4934-984D-11E9B9828D3B}"/>
              </a:ext>
            </a:extLst>
          </p:cNvPr>
          <p:cNvSpPr>
            <a:spLocks noGrp="1"/>
          </p:cNvSpPr>
          <p:nvPr/>
        </p:nvSpPr>
        <p:spPr>
          <a:xfrm>
            <a:off x="3419475" y="1581150"/>
            <a:ext cx="7829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使用する内容・例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70E3C99-A44B-488B-A3E5-C9EE8E294BE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B58B11DE-80E9-4B8A-A9C9-756BE11B07F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70CDBD-86F6-466D-9252-D41206FE6ECF}"/>
              </a:ext>
            </a:extLst>
          </p:cNvPr>
          <p:cNvSpPr>
            <a:spLocks noGrp="1"/>
          </p:cNvSpPr>
          <p:nvPr/>
        </p:nvSpPr>
        <p:spPr>
          <a:xfrm>
            <a:off x="752475" y="20383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モデル空間</a:t>
            </a:r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48467D5A-C973-4B98-8743-0BBFBCA8C234}"/>
              </a:ext>
            </a:extLst>
          </p:cNvPr>
          <p:cNvSpPr>
            <a:spLocks noGrp="1"/>
          </p:cNvSpPr>
          <p:nvPr/>
        </p:nvSpPr>
        <p:spPr>
          <a:xfrm>
            <a:off x="3352800" y="200025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1C08D384-5ACE-4519-B5C4-2902AE5605E6}"/>
              </a:ext>
            </a:extLst>
          </p:cNvPr>
          <p:cNvSpPr>
            <a:spLocks noGrp="1"/>
          </p:cNvSpPr>
          <p:nvPr/>
        </p:nvSpPr>
        <p:spPr>
          <a:xfrm>
            <a:off x="3352800" y="200025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5BCF98-6B69-456F-B41C-AD00D9028154}"/>
              </a:ext>
            </a:extLst>
          </p:cNvPr>
          <p:cNvSpPr>
            <a:spLocks noGrp="1"/>
          </p:cNvSpPr>
          <p:nvPr/>
        </p:nvSpPr>
        <p:spPr>
          <a:xfrm>
            <a:off x="3419475" y="203835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native TEXT と LINE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B5CA60C-9262-4AE5-9258-840439AC290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1863FA45-882B-48FD-A474-EAD728AF7CAF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DD0E8D3-7C53-4573-99B4-46F1A49B33B9}"/>
              </a:ext>
            </a:extLst>
          </p:cNvPr>
          <p:cNvSpPr>
            <a:spLocks noGrp="1"/>
          </p:cNvSpPr>
          <p:nvPr/>
        </p:nvSpPr>
        <p:spPr>
          <a:xfrm>
            <a:off x="752475" y="24765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表の文字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F80347D5-61FE-433F-9349-6679F4E58575}"/>
              </a:ext>
            </a:extLst>
          </p:cNvPr>
          <p:cNvSpPr>
            <a:spLocks noGrp="1"/>
          </p:cNvSpPr>
          <p:nvPr/>
        </p:nvSpPr>
        <p:spPr>
          <a:xfrm>
            <a:off x="3352800" y="243840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448BBF1C-6B66-41C0-81E5-65771ACE181D}"/>
              </a:ext>
            </a:extLst>
          </p:cNvPr>
          <p:cNvSpPr>
            <a:spLocks noGrp="1"/>
          </p:cNvSpPr>
          <p:nvPr/>
        </p:nvSpPr>
        <p:spPr>
          <a:xfrm>
            <a:off x="3352800" y="243840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1EEDA65-BF82-4AEC-A443-F721856CF00D}"/>
              </a:ext>
            </a:extLst>
          </p:cNvPr>
          <p:cNvSpPr>
            <a:spLocks noGrp="1"/>
          </p:cNvSpPr>
          <p:nvPr/>
        </p:nvSpPr>
        <p:spPr>
          <a:xfrm>
            <a:off x="3419475" y="247650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種別、単位／区分、数量、作業土工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43D5B62-E5E6-4B5B-BAB8-93FCC314693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667000" cy="5143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直線コネクタ 25">
            <a:extLst>
              <a:ext uri="{FF2B5EF4-FFF2-40B4-BE49-F238E27FC236}">
                <a16:creationId xmlns:a16="http://schemas.microsoft.com/office/drawing/2014/main" id="{4BD9ED1B-1619-483F-842E-C6FD6B1636B4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72C9D79-5C2E-4D86-8EDF-A0AA779B5270}"/>
              </a:ext>
            </a:extLst>
          </p:cNvPr>
          <p:cNvSpPr>
            <a:spLocks noGrp="1"/>
          </p:cNvSpPr>
          <p:nvPr/>
        </p:nvSpPr>
        <p:spPr>
          <a:xfrm>
            <a:off x="752475" y="2914650"/>
            <a:ext cx="2533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表の罫線</a:t>
            </a:r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B2D8AF8F-520B-4D31-82C9-A1C054475422}"/>
              </a:ext>
            </a:extLst>
          </p:cNvPr>
          <p:cNvSpPr>
            <a:spLocks noGrp="1"/>
          </p:cNvSpPr>
          <p:nvPr/>
        </p:nvSpPr>
        <p:spPr>
          <a:xfrm>
            <a:off x="3352800" y="287655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6F73B7A4-D097-4776-8100-5638FDF8C09C}"/>
              </a:ext>
            </a:extLst>
          </p:cNvPr>
          <p:cNvSpPr>
            <a:spLocks noGrp="1"/>
          </p:cNvSpPr>
          <p:nvPr/>
        </p:nvSpPr>
        <p:spPr>
          <a:xfrm>
            <a:off x="3352800" y="287655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9209338-34C0-4227-9B26-7E1083F2AA73}"/>
              </a:ext>
            </a:extLst>
          </p:cNvPr>
          <p:cNvSpPr>
            <a:spLocks noGrp="1"/>
          </p:cNvSpPr>
          <p:nvPr/>
        </p:nvSpPr>
        <p:spPr>
          <a:xfrm>
            <a:off x="3419475" y="2914650"/>
            <a:ext cx="7829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水平・垂直LINEの連結成分、幅、高さ、本数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044BE1F-B7CA-48D8-80FC-414DF2A4A62F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直線コネクタ 31">
            <a:extLst>
              <a:ext uri="{FF2B5EF4-FFF2-40B4-BE49-F238E27FC236}">
                <a16:creationId xmlns:a16="http://schemas.microsoft.com/office/drawing/2014/main" id="{D17429C8-7F0D-442F-ACCA-540489606922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F2D7454-B68B-4790-ADA8-83A370D23CFE}"/>
              </a:ext>
            </a:extLst>
          </p:cNvPr>
          <p:cNvSpPr>
            <a:spLocks noGrp="1"/>
          </p:cNvSpPr>
          <p:nvPr/>
        </p:nvSpPr>
        <p:spPr>
          <a:xfrm>
            <a:off x="752475" y="34290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測点レイヤー</a:t>
            </a:r>
          </a:p>
        </p:txBody>
      </p:sp>
      <p:sp>
        <p:nvSpPr>
          <p:cNvPr id="34" name="直線コネクタ 33">
            <a:extLst>
              <a:ext uri="{FF2B5EF4-FFF2-40B4-BE49-F238E27FC236}">
                <a16:creationId xmlns:a16="http://schemas.microsoft.com/office/drawing/2014/main" id="{C92A92D5-FF92-497E-A42B-CB6BE4A6867D}"/>
              </a:ext>
            </a:extLst>
          </p:cNvPr>
          <p:cNvSpPr>
            <a:spLocks noGrp="1"/>
          </p:cNvSpPr>
          <p:nvPr/>
        </p:nvSpPr>
        <p:spPr>
          <a:xfrm>
            <a:off x="3352800" y="339090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4E726B29-3448-4493-A905-2E8B7B10F458}"/>
              </a:ext>
            </a:extLst>
          </p:cNvPr>
          <p:cNvSpPr>
            <a:spLocks noGrp="1"/>
          </p:cNvSpPr>
          <p:nvPr/>
        </p:nvSpPr>
        <p:spPr>
          <a:xfrm>
            <a:off x="3352800" y="339090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0B7EA74-35B9-420D-8732-D457381CF77D}"/>
              </a:ext>
            </a:extLst>
          </p:cNvPr>
          <p:cNvSpPr>
            <a:spLocks noGrp="1"/>
          </p:cNvSpPr>
          <p:nvPr/>
        </p:nvSpPr>
        <p:spPr>
          <a:xfrm>
            <a:off x="3419475" y="342900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D-BMK-HTXT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4B48A5D-D56A-4833-9B34-9CA25CF7DF34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667000" cy="5143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F6F564DD-1B56-4C9F-A51A-BBD31945E536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D652337-DDA5-4600-9829-52B60E68DC03}"/>
              </a:ext>
            </a:extLst>
          </p:cNvPr>
          <p:cNvSpPr>
            <a:spLocks noGrp="1"/>
          </p:cNvSpPr>
          <p:nvPr/>
        </p:nvSpPr>
        <p:spPr>
          <a:xfrm>
            <a:off x="752475" y="3867150"/>
            <a:ext cx="2533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測点表記</a:t>
            </a:r>
          </a:p>
        </p:txBody>
      </p:sp>
      <p:sp>
        <p:nvSpPr>
          <p:cNvPr id="40" name="直線コネクタ 39">
            <a:extLst>
              <a:ext uri="{FF2B5EF4-FFF2-40B4-BE49-F238E27FC236}">
                <a16:creationId xmlns:a16="http://schemas.microsoft.com/office/drawing/2014/main" id="{89A2DAD2-6DC6-4D7A-A3BB-F3147E0A0F6C}"/>
              </a:ext>
            </a:extLst>
          </p:cNvPr>
          <p:cNvSpPr>
            <a:spLocks noGrp="1"/>
          </p:cNvSpPr>
          <p:nvPr/>
        </p:nvSpPr>
        <p:spPr>
          <a:xfrm>
            <a:off x="3352800" y="382905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0DB7E410-9D7B-4263-98DA-BB288E3CDC3F}"/>
              </a:ext>
            </a:extLst>
          </p:cNvPr>
          <p:cNvSpPr>
            <a:spLocks noGrp="1"/>
          </p:cNvSpPr>
          <p:nvPr/>
        </p:nvSpPr>
        <p:spPr>
          <a:xfrm>
            <a:off x="3352800" y="382905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B5879A3-EEAB-4E07-907A-E02BD6E8D5D4}"/>
              </a:ext>
            </a:extLst>
          </p:cNvPr>
          <p:cNvSpPr>
            <a:spLocks noGrp="1"/>
          </p:cNvSpPr>
          <p:nvPr/>
        </p:nvSpPr>
        <p:spPr>
          <a:xfrm>
            <a:off x="3419475" y="3867150"/>
            <a:ext cx="7829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NO.123、NO.123+10.5、括弧付き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2CAB2C7-70E1-4992-B0B2-6698B84E1E05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直線コネクタ 43">
            <a:extLst>
              <a:ext uri="{FF2B5EF4-FFF2-40B4-BE49-F238E27FC236}">
                <a16:creationId xmlns:a16="http://schemas.microsoft.com/office/drawing/2014/main" id="{EA17144B-3EA3-4A07-AC4B-B14E7D5FDAF5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669C966-FE42-49A7-94E8-C620C92C2834}"/>
              </a:ext>
            </a:extLst>
          </p:cNvPr>
          <p:cNvSpPr>
            <a:spLocks noGrp="1"/>
          </p:cNvSpPr>
          <p:nvPr/>
        </p:nvSpPr>
        <p:spPr>
          <a:xfrm>
            <a:off x="752475" y="43815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CLレイヤー</a:t>
            </a:r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5B4E4205-E41D-4B0B-867A-56ECDEC0E196}"/>
              </a:ext>
            </a:extLst>
          </p:cNvPr>
          <p:cNvSpPr>
            <a:spLocks noGrp="1"/>
          </p:cNvSpPr>
          <p:nvPr/>
        </p:nvSpPr>
        <p:spPr>
          <a:xfrm>
            <a:off x="3352800" y="434340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直線コネクタ 46">
            <a:extLst>
              <a:ext uri="{FF2B5EF4-FFF2-40B4-BE49-F238E27FC236}">
                <a16:creationId xmlns:a16="http://schemas.microsoft.com/office/drawing/2014/main" id="{A6876F5F-3E91-4826-B566-83291C86ABD2}"/>
              </a:ext>
            </a:extLst>
          </p:cNvPr>
          <p:cNvSpPr>
            <a:spLocks noGrp="1"/>
          </p:cNvSpPr>
          <p:nvPr/>
        </p:nvSpPr>
        <p:spPr>
          <a:xfrm>
            <a:off x="3352800" y="434340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BFE8301-BA55-4721-90AA-A05ECCFD125A}"/>
              </a:ext>
            </a:extLst>
          </p:cNvPr>
          <p:cNvSpPr>
            <a:spLocks noGrp="1"/>
          </p:cNvSpPr>
          <p:nvPr/>
        </p:nvSpPr>
        <p:spPr>
          <a:xfrm>
            <a:off x="3419475" y="438150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D-BMK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6AC6D6F3-DB47-455F-B5D1-2D160CC86F01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直線コネクタ 49">
            <a:extLst>
              <a:ext uri="{FF2B5EF4-FFF2-40B4-BE49-F238E27FC236}">
                <a16:creationId xmlns:a16="http://schemas.microsoft.com/office/drawing/2014/main" id="{61CE4627-FA65-4A1B-AAEB-1EF89D3A7F9E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91C8B9E-7A14-4E0B-A516-EA0DE53B8768}"/>
              </a:ext>
            </a:extLst>
          </p:cNvPr>
          <p:cNvSpPr>
            <a:spLocks noGrp="1"/>
          </p:cNvSpPr>
          <p:nvPr/>
        </p:nvSpPr>
        <p:spPr>
          <a:xfrm>
            <a:off x="752475" y="48196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CL表記</a:t>
            </a:r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72F303B4-E550-484E-BD02-65C5B2FB080F}"/>
              </a:ext>
            </a:extLst>
          </p:cNvPr>
          <p:cNvSpPr>
            <a:spLocks noGrp="1"/>
          </p:cNvSpPr>
          <p:nvPr/>
        </p:nvSpPr>
        <p:spPr>
          <a:xfrm>
            <a:off x="3352800" y="478155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直線コネクタ 52">
            <a:extLst>
              <a:ext uri="{FF2B5EF4-FFF2-40B4-BE49-F238E27FC236}">
                <a16:creationId xmlns:a16="http://schemas.microsoft.com/office/drawing/2014/main" id="{A6C2503D-AB0B-47F2-8142-9FEDD602BA66}"/>
              </a:ext>
            </a:extLst>
          </p:cNvPr>
          <p:cNvSpPr>
            <a:spLocks noGrp="1"/>
          </p:cNvSpPr>
          <p:nvPr/>
        </p:nvSpPr>
        <p:spPr>
          <a:xfrm>
            <a:off x="3352800" y="478155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52EBC58-32AB-4248-AAAA-79411E723F85}"/>
              </a:ext>
            </a:extLst>
          </p:cNvPr>
          <p:cNvSpPr>
            <a:spLocks noGrp="1"/>
          </p:cNvSpPr>
          <p:nvPr/>
        </p:nvSpPr>
        <p:spPr>
          <a:xfrm>
            <a:off x="3419475" y="481965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CL、C.L、C.L. の完全一致 TEXT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E5139A2-EF50-4E96-B054-0C7AE9810D6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667000" cy="43815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直線コネクタ 55">
            <a:extLst>
              <a:ext uri="{FF2B5EF4-FFF2-40B4-BE49-F238E27FC236}">
                <a16:creationId xmlns:a16="http://schemas.microsoft.com/office/drawing/2014/main" id="{BC7A551B-D6AC-48A9-8E70-2E4EFB98B3E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6670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0AFF4A44-888A-4388-AF96-BBB83D0236BF}"/>
              </a:ext>
            </a:extLst>
          </p:cNvPr>
          <p:cNvSpPr>
            <a:spLocks noGrp="1"/>
          </p:cNvSpPr>
          <p:nvPr/>
        </p:nvSpPr>
        <p:spPr>
          <a:xfrm>
            <a:off x="752475" y="52578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dirty="0" err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路線名</a:t>
            </a:r>
            <a:endParaRPr sz="1125" b="1" dirty="0">
              <a:solidFill>
                <a:srgbClr val="3A404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8" name="直線コネクタ 57">
            <a:extLst>
              <a:ext uri="{FF2B5EF4-FFF2-40B4-BE49-F238E27FC236}">
                <a16:creationId xmlns:a16="http://schemas.microsoft.com/office/drawing/2014/main" id="{5974AAF9-AA47-4220-8321-C7FE885B5C77}"/>
              </a:ext>
            </a:extLst>
          </p:cNvPr>
          <p:cNvSpPr>
            <a:spLocks noGrp="1"/>
          </p:cNvSpPr>
          <p:nvPr/>
        </p:nvSpPr>
        <p:spPr>
          <a:xfrm>
            <a:off x="3352800" y="5219700"/>
            <a:ext cx="0" cy="4381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直線コネクタ 58">
            <a:extLst>
              <a:ext uri="{FF2B5EF4-FFF2-40B4-BE49-F238E27FC236}">
                <a16:creationId xmlns:a16="http://schemas.microsoft.com/office/drawing/2014/main" id="{5630228A-8125-4C26-B532-427D3101905C}"/>
              </a:ext>
            </a:extLst>
          </p:cNvPr>
          <p:cNvSpPr>
            <a:spLocks noGrp="1"/>
          </p:cNvSpPr>
          <p:nvPr/>
        </p:nvSpPr>
        <p:spPr>
          <a:xfrm>
            <a:off x="3352800" y="5219700"/>
            <a:ext cx="7962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4FE175B-AC88-4753-BF22-4DB42FBC6F40}"/>
              </a:ext>
            </a:extLst>
          </p:cNvPr>
          <p:cNvSpPr>
            <a:spLocks noGrp="1"/>
          </p:cNvSpPr>
          <p:nvPr/>
        </p:nvSpPr>
        <p:spPr>
          <a:xfrm>
            <a:off x="3419475" y="5257800"/>
            <a:ext cx="782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本線、○○ランプ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587CCA24-37A2-4B28-8FAE-C0DF96E2F9CA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629900" cy="514350"/>
          </a:xfrm>
          <a:prstGeom prst="rect">
            <a:avLst/>
          </a:prstGeom>
          <a:solidFill>
            <a:srgbClr val="FDECEF"/>
          </a:solidFill>
          <a:ln w="9525">
            <a:solidFill>
              <a:srgbClr val="E8B7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3FCC105E-DEE3-4D0C-B74A-FE7B30C9A2F0}"/>
              </a:ext>
            </a:extLst>
          </p:cNvPr>
          <p:cNvSpPr>
            <a:spLocks noGrp="1"/>
          </p:cNvSpPr>
          <p:nvPr/>
        </p:nvSpPr>
        <p:spPr>
          <a:xfrm>
            <a:off x="752475" y="5850649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4455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dirty="0" err="1">
                <a:solidFill>
                  <a:srgbClr val="C94455"/>
                </a:solidFill>
                <a:latin typeface="Noto Sans JP"/>
                <a:ea typeface="Noto Sans JP"/>
                <a:cs typeface="Noto Sans JP"/>
              </a:rPr>
              <a:t>対象外・保留</a:t>
            </a:r>
            <a:endParaRPr sz="1125" b="1" dirty="0">
              <a:solidFill>
                <a:srgbClr val="C94455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6C7E54E-5095-43B2-B299-7D950254B871}"/>
              </a:ext>
            </a:extLst>
          </p:cNvPr>
          <p:cNvSpPr>
            <a:spLocks noGrp="1"/>
          </p:cNvSpPr>
          <p:nvPr/>
        </p:nvSpPr>
        <p:spPr>
          <a:xfrm>
            <a:off x="3419475" y="5829300"/>
            <a:ext cx="870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dirty="0" err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MTEXT／POLYLINE罫線／LINE・ARCで描かれた分解CL署名／倍率混在</a:t>
            </a:r>
            <a:endParaRPr sz="1050" b="0" dirty="0">
              <a:solidFill>
                <a:srgbClr val="3A404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6" name="shape-3">
            <a:extLst>
              <a:ext uri="{FF2B5EF4-FFF2-40B4-BE49-F238E27FC236}">
                <a16:creationId xmlns:a16="http://schemas.microsoft.com/office/drawing/2014/main" id="{52616315-2A5A-FF97-C851-8B750CA3D20D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1810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C967BFE6-9000-46D5-B9A8-5BF468532F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C2D342A-A8FF-4B63-B8EE-D344A8943A0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3447FB0-AC6E-4B06-B4D0-AEE6B1D01EC8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19</a:t>
            </a: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  APPENDIX / RULES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3D833D97-EFB6-4E31-9117-35EFDE59CE5D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3形式の項目変換ルール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AF773FE8-57A4-459B-944A-7C696F19EBE6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○＝取得・変換、—＝その形式では使用しない。左右や埋戻の扱いに差があります。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79C5FB21-033E-4883-AF81-3A62D72E2974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19</a:t>
            </a:r>
            <a:endParaRPr sz="82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0E8ED2D-AB15-417C-B68E-879AE5A77128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1010900" cy="4305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52EEBC-2FC3-4C95-8FEE-91CB633E5738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7813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2EA384-89B9-4D5E-B253-7527A69A6A9A}"/>
              </a:ext>
            </a:extLst>
          </p:cNvPr>
          <p:cNvSpPr>
            <a:spLocks noGrp="1"/>
          </p:cNvSpPr>
          <p:nvPr/>
        </p:nvSpPr>
        <p:spPr>
          <a:xfrm>
            <a:off x="581025" y="15430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EB7225-3415-4152-ABCC-147D5F3B30AF}"/>
              </a:ext>
            </a:extLst>
          </p:cNvPr>
          <p:cNvSpPr>
            <a:spLocks noGrp="1"/>
          </p:cNvSpPr>
          <p:nvPr/>
        </p:nvSpPr>
        <p:spPr>
          <a:xfrm>
            <a:off x="3295650" y="1504950"/>
            <a:ext cx="27432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0087C4F6-CEE4-47CD-A6D9-CE6EE9EAB065}"/>
              </a:ext>
            </a:extLst>
          </p:cNvPr>
          <p:cNvSpPr>
            <a:spLocks noGrp="1"/>
          </p:cNvSpPr>
          <p:nvPr/>
        </p:nvSpPr>
        <p:spPr>
          <a:xfrm>
            <a:off x="3295650" y="15049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9F77CC-71D3-4EE2-AE48-1A173E6C3F22}"/>
              </a:ext>
            </a:extLst>
          </p:cNvPr>
          <p:cNvSpPr>
            <a:spLocks noGrp="1"/>
          </p:cNvSpPr>
          <p:nvPr/>
        </p:nvSpPr>
        <p:spPr>
          <a:xfrm>
            <a:off x="3362325" y="15430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lang="ja-JP" altLang="en-US" sz="1125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基本</a:t>
            </a:r>
            <a:r>
              <a:rPr sz="1125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176C45-3D07-4053-9C69-F717128F8642}"/>
              </a:ext>
            </a:extLst>
          </p:cNvPr>
          <p:cNvSpPr>
            <a:spLocks noGrp="1"/>
          </p:cNvSpPr>
          <p:nvPr/>
        </p:nvSpPr>
        <p:spPr>
          <a:xfrm>
            <a:off x="6038850" y="1504950"/>
            <a:ext cx="27432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67057A38-34DA-4AC3-A157-6D17014C2581}"/>
              </a:ext>
            </a:extLst>
          </p:cNvPr>
          <p:cNvSpPr>
            <a:spLocks noGrp="1"/>
          </p:cNvSpPr>
          <p:nvPr/>
        </p:nvSpPr>
        <p:spPr>
          <a:xfrm>
            <a:off x="6038850" y="15049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2616AF2-48A8-41F0-B727-843CC46FB69D}"/>
              </a:ext>
            </a:extLst>
          </p:cNvPr>
          <p:cNvSpPr>
            <a:spLocks noGrp="1"/>
          </p:cNvSpPr>
          <p:nvPr/>
        </p:nvSpPr>
        <p:spPr>
          <a:xfrm>
            <a:off x="6105525" y="15430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階層型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F85D017-BF11-472A-A1F3-DE048FDC5E4F}"/>
              </a:ext>
            </a:extLst>
          </p:cNvPr>
          <p:cNvSpPr>
            <a:spLocks noGrp="1"/>
          </p:cNvSpPr>
          <p:nvPr/>
        </p:nvSpPr>
        <p:spPr>
          <a:xfrm>
            <a:off x="8782050" y="1504950"/>
            <a:ext cx="2743200" cy="457200"/>
          </a:xfrm>
          <a:prstGeom prst="rect">
            <a:avLst/>
          </a:prstGeom>
          <a:solidFill>
            <a:srgbClr val="E8F7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2D3A1D70-D953-421D-B8DC-29401B93245D}"/>
              </a:ext>
            </a:extLst>
          </p:cNvPr>
          <p:cNvSpPr>
            <a:spLocks noGrp="1"/>
          </p:cNvSpPr>
          <p:nvPr/>
        </p:nvSpPr>
        <p:spPr>
          <a:xfrm>
            <a:off x="8782050" y="15049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0A88312-0302-4092-8D67-15A3747CBCDD}"/>
              </a:ext>
            </a:extLst>
          </p:cNvPr>
          <p:cNvSpPr>
            <a:spLocks noGrp="1"/>
          </p:cNvSpPr>
          <p:nvPr/>
        </p:nvSpPr>
        <p:spPr>
          <a:xfrm>
            <a:off x="8848725" y="15430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種別型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33503EA-3C99-4218-B2D1-08692C534A8A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2781300" cy="4572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D59CE43F-E902-4F24-B2A6-C62582C1ABF0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412BEA0-8B1B-40CA-A344-F0BE066C4DC4}"/>
              </a:ext>
            </a:extLst>
          </p:cNvPr>
          <p:cNvSpPr>
            <a:spLocks noGrp="1"/>
          </p:cNvSpPr>
          <p:nvPr/>
        </p:nvSpPr>
        <p:spPr>
          <a:xfrm>
            <a:off x="581025" y="20002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表の抽出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9D546F6-A632-4A67-9205-9F70F8A05801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4EA54D5B-46B7-4A8C-AE65-64ABD7B13D85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C51F784C-946A-4071-8FB0-651453EE1BEE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7102392-E15F-4CE2-8708-C724F8A6EBB1}"/>
              </a:ext>
            </a:extLst>
          </p:cNvPr>
          <p:cNvSpPr>
            <a:spLocks noGrp="1"/>
          </p:cNvSpPr>
          <p:nvPr/>
        </p:nvSpPr>
        <p:spPr>
          <a:xfrm>
            <a:off x="3362325" y="20002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5917EC3-7234-4EB1-8628-AA2F1E1308A9}"/>
              </a:ext>
            </a:extLst>
          </p:cNvPr>
          <p:cNvSpPr>
            <a:spLocks noGrp="1"/>
          </p:cNvSpPr>
          <p:nvPr/>
        </p:nvSpPr>
        <p:spPr>
          <a:xfrm>
            <a:off x="6038850" y="19621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D69FAE81-A910-4161-85B6-5BBE6BB1B39A}"/>
              </a:ext>
            </a:extLst>
          </p:cNvPr>
          <p:cNvSpPr>
            <a:spLocks noGrp="1"/>
          </p:cNvSpPr>
          <p:nvPr/>
        </p:nvSpPr>
        <p:spPr>
          <a:xfrm>
            <a:off x="6038850" y="19621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直線コネクタ 27">
            <a:extLst>
              <a:ext uri="{FF2B5EF4-FFF2-40B4-BE49-F238E27FC236}">
                <a16:creationId xmlns:a16="http://schemas.microsoft.com/office/drawing/2014/main" id="{D08FA7E5-D33C-4176-80A3-5AF454A53279}"/>
              </a:ext>
            </a:extLst>
          </p:cNvPr>
          <p:cNvSpPr>
            <a:spLocks noGrp="1"/>
          </p:cNvSpPr>
          <p:nvPr/>
        </p:nvSpPr>
        <p:spPr>
          <a:xfrm>
            <a:off x="6038850" y="19621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5E076C0-EDFC-4F67-9935-7C513FD62D54}"/>
              </a:ext>
            </a:extLst>
          </p:cNvPr>
          <p:cNvSpPr>
            <a:spLocks noGrp="1"/>
          </p:cNvSpPr>
          <p:nvPr/>
        </p:nvSpPr>
        <p:spPr>
          <a:xfrm>
            <a:off x="6105525" y="20002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456B66B-56E2-4952-B303-5CC8DE30C064}"/>
              </a:ext>
            </a:extLst>
          </p:cNvPr>
          <p:cNvSpPr>
            <a:spLocks noGrp="1"/>
          </p:cNvSpPr>
          <p:nvPr/>
        </p:nvSpPr>
        <p:spPr>
          <a:xfrm>
            <a:off x="8782050" y="19621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862ED2BF-3F4D-49E6-86DA-B37907F2A721}"/>
              </a:ext>
            </a:extLst>
          </p:cNvPr>
          <p:cNvSpPr>
            <a:spLocks noGrp="1"/>
          </p:cNvSpPr>
          <p:nvPr/>
        </p:nvSpPr>
        <p:spPr>
          <a:xfrm>
            <a:off x="8782050" y="19621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直線コネクタ 31">
            <a:extLst>
              <a:ext uri="{FF2B5EF4-FFF2-40B4-BE49-F238E27FC236}">
                <a16:creationId xmlns:a16="http://schemas.microsoft.com/office/drawing/2014/main" id="{9E7E1473-B5C0-46CF-9AC9-0B0B8D620284}"/>
              </a:ext>
            </a:extLst>
          </p:cNvPr>
          <p:cNvSpPr>
            <a:spLocks noGrp="1"/>
          </p:cNvSpPr>
          <p:nvPr/>
        </p:nvSpPr>
        <p:spPr>
          <a:xfrm>
            <a:off x="8782050" y="19621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9F440F6-CF74-464C-ABB2-44537E1ECCA6}"/>
              </a:ext>
            </a:extLst>
          </p:cNvPr>
          <p:cNvSpPr>
            <a:spLocks noGrp="1"/>
          </p:cNvSpPr>
          <p:nvPr/>
        </p:nvSpPr>
        <p:spPr>
          <a:xfrm>
            <a:off x="8848725" y="20002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DC234A9-699C-4105-83F1-92F69E22AA7E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2781300" cy="4953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470DAFCE-8ECB-41EF-A274-EB11FC3C5C6A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197D466-B43B-4638-B81D-F3E461143027}"/>
              </a:ext>
            </a:extLst>
          </p:cNvPr>
          <p:cNvSpPr>
            <a:spLocks noGrp="1"/>
          </p:cNvSpPr>
          <p:nvPr/>
        </p:nvSpPr>
        <p:spPr>
          <a:xfrm>
            <a:off x="581025" y="2457450"/>
            <a:ext cx="2647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左右の法面</a:t>
            </a:r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05DD04B7-7D58-4FC5-8977-73AE5CDF6059}"/>
              </a:ext>
            </a:extLst>
          </p:cNvPr>
          <p:cNvSpPr>
            <a:spLocks noGrp="1"/>
          </p:cNvSpPr>
          <p:nvPr/>
        </p:nvSpPr>
        <p:spPr>
          <a:xfrm>
            <a:off x="3295650" y="24193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95B863A0-07B6-4740-A057-50A7127E5C2C}"/>
              </a:ext>
            </a:extLst>
          </p:cNvPr>
          <p:cNvSpPr>
            <a:spLocks noGrp="1"/>
          </p:cNvSpPr>
          <p:nvPr/>
        </p:nvSpPr>
        <p:spPr>
          <a:xfrm>
            <a:off x="3295650" y="2419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AA58705-C022-42BB-BAE1-B0250D26EB30}"/>
              </a:ext>
            </a:extLst>
          </p:cNvPr>
          <p:cNvSpPr>
            <a:spLocks noGrp="1"/>
          </p:cNvSpPr>
          <p:nvPr/>
        </p:nvSpPr>
        <p:spPr>
          <a:xfrm>
            <a:off x="3362325" y="24574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090A92D-B3B3-47F9-91B8-C45DDFD9967B}"/>
              </a:ext>
            </a:extLst>
          </p:cNvPr>
          <p:cNvSpPr>
            <a:spLocks noGrp="1"/>
          </p:cNvSpPr>
          <p:nvPr/>
        </p:nvSpPr>
        <p:spPr>
          <a:xfrm>
            <a:off x="6038850" y="2419350"/>
            <a:ext cx="2743200" cy="4953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6F0BA145-23E3-45D3-971E-FBED80399FF8}"/>
              </a:ext>
            </a:extLst>
          </p:cNvPr>
          <p:cNvSpPr>
            <a:spLocks noGrp="1"/>
          </p:cNvSpPr>
          <p:nvPr/>
        </p:nvSpPr>
        <p:spPr>
          <a:xfrm>
            <a:off x="6038850" y="24193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直線コネクタ 41">
            <a:extLst>
              <a:ext uri="{FF2B5EF4-FFF2-40B4-BE49-F238E27FC236}">
                <a16:creationId xmlns:a16="http://schemas.microsoft.com/office/drawing/2014/main" id="{F9B82CDA-B691-46C5-86C0-81AC29F153BA}"/>
              </a:ext>
            </a:extLst>
          </p:cNvPr>
          <p:cNvSpPr>
            <a:spLocks noGrp="1"/>
          </p:cNvSpPr>
          <p:nvPr/>
        </p:nvSpPr>
        <p:spPr>
          <a:xfrm>
            <a:off x="6038850" y="2419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95BCF4C-5015-4957-91C2-12BC8F976B42}"/>
              </a:ext>
            </a:extLst>
          </p:cNvPr>
          <p:cNvSpPr>
            <a:spLocks noGrp="1"/>
          </p:cNvSpPr>
          <p:nvPr/>
        </p:nvSpPr>
        <p:spPr>
          <a:xfrm>
            <a:off x="6105525" y="24574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DBC8C8C-E827-453D-B6FF-FAD5C5A6D216}"/>
              </a:ext>
            </a:extLst>
          </p:cNvPr>
          <p:cNvSpPr>
            <a:spLocks noGrp="1"/>
          </p:cNvSpPr>
          <p:nvPr/>
        </p:nvSpPr>
        <p:spPr>
          <a:xfrm>
            <a:off x="8782050" y="2419350"/>
            <a:ext cx="2743200" cy="4953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直線コネクタ 44">
            <a:extLst>
              <a:ext uri="{FF2B5EF4-FFF2-40B4-BE49-F238E27FC236}">
                <a16:creationId xmlns:a16="http://schemas.microsoft.com/office/drawing/2014/main" id="{AFC48215-AED5-49F3-8F4F-30EFFBE7AC94}"/>
              </a:ext>
            </a:extLst>
          </p:cNvPr>
          <p:cNvSpPr>
            <a:spLocks noGrp="1"/>
          </p:cNvSpPr>
          <p:nvPr/>
        </p:nvSpPr>
        <p:spPr>
          <a:xfrm>
            <a:off x="8782050" y="24193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直線コネクタ 45">
            <a:extLst>
              <a:ext uri="{FF2B5EF4-FFF2-40B4-BE49-F238E27FC236}">
                <a16:creationId xmlns:a16="http://schemas.microsoft.com/office/drawing/2014/main" id="{4D9DA680-FD94-4EDB-9100-71B2B9C2954F}"/>
              </a:ext>
            </a:extLst>
          </p:cNvPr>
          <p:cNvSpPr>
            <a:spLocks noGrp="1"/>
          </p:cNvSpPr>
          <p:nvPr/>
        </p:nvSpPr>
        <p:spPr>
          <a:xfrm>
            <a:off x="8782050" y="2419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0DD4E0E-95D2-42E9-B9A8-94B1D5B0EF16}"/>
              </a:ext>
            </a:extLst>
          </p:cNvPr>
          <p:cNvSpPr>
            <a:spLocks noGrp="1"/>
          </p:cNvSpPr>
          <p:nvPr/>
        </p:nvSpPr>
        <p:spPr>
          <a:xfrm>
            <a:off x="8848725" y="24574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未分割→左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F466647-A2A7-495B-8C7B-B70CA48708D1}"/>
              </a:ext>
            </a:extLst>
          </p:cNvPr>
          <p:cNvSpPr>
            <a:spLocks noGrp="1"/>
          </p:cNvSpPr>
          <p:nvPr/>
        </p:nvSpPr>
        <p:spPr>
          <a:xfrm>
            <a:off x="514350" y="2914650"/>
            <a:ext cx="2781300" cy="4572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直線コネクタ 48">
            <a:extLst>
              <a:ext uri="{FF2B5EF4-FFF2-40B4-BE49-F238E27FC236}">
                <a16:creationId xmlns:a16="http://schemas.microsoft.com/office/drawing/2014/main" id="{029AAAA6-DB93-46C1-98B2-103CA90D8056}"/>
              </a:ext>
            </a:extLst>
          </p:cNvPr>
          <p:cNvSpPr>
            <a:spLocks noGrp="1"/>
          </p:cNvSpPr>
          <p:nvPr/>
        </p:nvSpPr>
        <p:spPr>
          <a:xfrm>
            <a:off x="514350" y="29146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8E8996E-8C4D-4E12-BF81-27A005F5C2DD}"/>
              </a:ext>
            </a:extLst>
          </p:cNvPr>
          <p:cNvSpPr>
            <a:spLocks noGrp="1"/>
          </p:cNvSpPr>
          <p:nvPr/>
        </p:nvSpPr>
        <p:spPr>
          <a:xfrm>
            <a:off x="581025" y="29527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路床の合算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18032EC-0E7F-45BD-ADE9-2260626519FE}"/>
              </a:ext>
            </a:extLst>
          </p:cNvPr>
          <p:cNvSpPr>
            <a:spLocks noGrp="1"/>
          </p:cNvSpPr>
          <p:nvPr/>
        </p:nvSpPr>
        <p:spPr>
          <a:xfrm>
            <a:off x="3295650" y="29146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52175741-3EE3-42EA-8F89-1D710E3A33EB}"/>
              </a:ext>
            </a:extLst>
          </p:cNvPr>
          <p:cNvSpPr>
            <a:spLocks noGrp="1"/>
          </p:cNvSpPr>
          <p:nvPr/>
        </p:nvSpPr>
        <p:spPr>
          <a:xfrm>
            <a:off x="3295650" y="29146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直線コネクタ 52">
            <a:extLst>
              <a:ext uri="{FF2B5EF4-FFF2-40B4-BE49-F238E27FC236}">
                <a16:creationId xmlns:a16="http://schemas.microsoft.com/office/drawing/2014/main" id="{FF71FF3A-831B-4F54-8F04-1CF396FE305C}"/>
              </a:ext>
            </a:extLst>
          </p:cNvPr>
          <p:cNvSpPr>
            <a:spLocks noGrp="1"/>
          </p:cNvSpPr>
          <p:nvPr/>
        </p:nvSpPr>
        <p:spPr>
          <a:xfrm>
            <a:off x="3295650" y="29146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89E7D5F-71DA-46AA-8520-6B93E8FDBE8A}"/>
              </a:ext>
            </a:extLst>
          </p:cNvPr>
          <p:cNvSpPr>
            <a:spLocks noGrp="1"/>
          </p:cNvSpPr>
          <p:nvPr/>
        </p:nvSpPr>
        <p:spPr>
          <a:xfrm>
            <a:off x="3362325" y="29527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381405-E229-4C64-ABC7-30C76E128540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直線コネクタ 55">
            <a:extLst>
              <a:ext uri="{FF2B5EF4-FFF2-40B4-BE49-F238E27FC236}">
                <a16:creationId xmlns:a16="http://schemas.microsoft.com/office/drawing/2014/main" id="{A30E9787-BC2E-437B-8D1D-8009C485410D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直線コネクタ 56">
            <a:extLst>
              <a:ext uri="{FF2B5EF4-FFF2-40B4-BE49-F238E27FC236}">
                <a16:creationId xmlns:a16="http://schemas.microsoft.com/office/drawing/2014/main" id="{D7947077-4989-42FD-BAFA-7F553583D6FF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E10212B-A76F-48DA-95A8-66D7495EE71C}"/>
              </a:ext>
            </a:extLst>
          </p:cNvPr>
          <p:cNvSpPr>
            <a:spLocks noGrp="1"/>
          </p:cNvSpPr>
          <p:nvPr/>
        </p:nvSpPr>
        <p:spPr>
          <a:xfrm>
            <a:off x="6105525" y="29527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4895448-4351-4DDE-8FE6-5F824B2148F0}"/>
              </a:ext>
            </a:extLst>
          </p:cNvPr>
          <p:cNvSpPr>
            <a:spLocks noGrp="1"/>
          </p:cNvSpPr>
          <p:nvPr/>
        </p:nvSpPr>
        <p:spPr>
          <a:xfrm>
            <a:off x="8782050" y="29146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直線コネクタ 59">
            <a:extLst>
              <a:ext uri="{FF2B5EF4-FFF2-40B4-BE49-F238E27FC236}">
                <a16:creationId xmlns:a16="http://schemas.microsoft.com/office/drawing/2014/main" id="{A6506971-E94C-4805-B827-81DE0200A371}"/>
              </a:ext>
            </a:extLst>
          </p:cNvPr>
          <p:cNvSpPr>
            <a:spLocks noGrp="1"/>
          </p:cNvSpPr>
          <p:nvPr/>
        </p:nvSpPr>
        <p:spPr>
          <a:xfrm>
            <a:off x="8782050" y="29146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直線コネクタ 60">
            <a:extLst>
              <a:ext uri="{FF2B5EF4-FFF2-40B4-BE49-F238E27FC236}">
                <a16:creationId xmlns:a16="http://schemas.microsoft.com/office/drawing/2014/main" id="{7CEAACE8-4AE7-4D12-BE60-252FBE84F0BA}"/>
              </a:ext>
            </a:extLst>
          </p:cNvPr>
          <p:cNvSpPr>
            <a:spLocks noGrp="1"/>
          </p:cNvSpPr>
          <p:nvPr/>
        </p:nvSpPr>
        <p:spPr>
          <a:xfrm>
            <a:off x="8782050" y="29146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BDCB841-7A8E-4516-BB4C-315674783FE8}"/>
              </a:ext>
            </a:extLst>
          </p:cNvPr>
          <p:cNvSpPr>
            <a:spLocks noGrp="1"/>
          </p:cNvSpPr>
          <p:nvPr/>
        </p:nvSpPr>
        <p:spPr>
          <a:xfrm>
            <a:off x="8848725" y="29527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50C94586-709F-405C-AA18-5CE52278182D}"/>
              </a:ext>
            </a:extLst>
          </p:cNvPr>
          <p:cNvSpPr>
            <a:spLocks noGrp="1"/>
          </p:cNvSpPr>
          <p:nvPr/>
        </p:nvSpPr>
        <p:spPr>
          <a:xfrm>
            <a:off x="514350" y="3371850"/>
            <a:ext cx="2781300" cy="4572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直線コネクタ 63">
            <a:extLst>
              <a:ext uri="{FF2B5EF4-FFF2-40B4-BE49-F238E27FC236}">
                <a16:creationId xmlns:a16="http://schemas.microsoft.com/office/drawing/2014/main" id="{7364247D-736C-4BFB-94A9-0CDC977A92F0}"/>
              </a:ext>
            </a:extLst>
          </p:cNvPr>
          <p:cNvSpPr>
            <a:spLocks noGrp="1"/>
          </p:cNvSpPr>
          <p:nvPr/>
        </p:nvSpPr>
        <p:spPr>
          <a:xfrm>
            <a:off x="514350" y="33718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EBB22FA9-8089-43EA-BE25-223F9515219E}"/>
              </a:ext>
            </a:extLst>
          </p:cNvPr>
          <p:cNvSpPr>
            <a:spLocks noGrp="1"/>
          </p:cNvSpPr>
          <p:nvPr/>
        </p:nvSpPr>
        <p:spPr>
          <a:xfrm>
            <a:off x="581025" y="34099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床掘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79DDD39-D51A-4951-8A8F-881804A0D9FB}"/>
              </a:ext>
            </a:extLst>
          </p:cNvPr>
          <p:cNvSpPr>
            <a:spLocks noGrp="1"/>
          </p:cNvSpPr>
          <p:nvPr/>
        </p:nvSpPr>
        <p:spPr>
          <a:xfrm>
            <a:off x="3295650" y="33718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直線コネクタ 66">
            <a:extLst>
              <a:ext uri="{FF2B5EF4-FFF2-40B4-BE49-F238E27FC236}">
                <a16:creationId xmlns:a16="http://schemas.microsoft.com/office/drawing/2014/main" id="{8910B378-5F9B-47DF-9974-72E1333F9E06}"/>
              </a:ext>
            </a:extLst>
          </p:cNvPr>
          <p:cNvSpPr>
            <a:spLocks noGrp="1"/>
          </p:cNvSpPr>
          <p:nvPr/>
        </p:nvSpPr>
        <p:spPr>
          <a:xfrm>
            <a:off x="3295650" y="33718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直線コネクタ 67">
            <a:extLst>
              <a:ext uri="{FF2B5EF4-FFF2-40B4-BE49-F238E27FC236}">
                <a16:creationId xmlns:a16="http://schemas.microsoft.com/office/drawing/2014/main" id="{81A752C7-1ADD-427F-94E0-3B93CEC29EB9}"/>
              </a:ext>
            </a:extLst>
          </p:cNvPr>
          <p:cNvSpPr>
            <a:spLocks noGrp="1"/>
          </p:cNvSpPr>
          <p:nvPr/>
        </p:nvSpPr>
        <p:spPr>
          <a:xfrm>
            <a:off x="3295650" y="3371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8032619-43B3-4868-8E4F-254C8518EB3D}"/>
              </a:ext>
            </a:extLst>
          </p:cNvPr>
          <p:cNvSpPr>
            <a:spLocks noGrp="1"/>
          </p:cNvSpPr>
          <p:nvPr/>
        </p:nvSpPr>
        <p:spPr>
          <a:xfrm>
            <a:off x="3362325" y="34099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08AD247D-177B-44DA-A5C7-242EE9BB563A}"/>
              </a:ext>
            </a:extLst>
          </p:cNvPr>
          <p:cNvSpPr>
            <a:spLocks noGrp="1"/>
          </p:cNvSpPr>
          <p:nvPr/>
        </p:nvSpPr>
        <p:spPr>
          <a:xfrm>
            <a:off x="6038850" y="33718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直線コネクタ 70">
            <a:extLst>
              <a:ext uri="{FF2B5EF4-FFF2-40B4-BE49-F238E27FC236}">
                <a16:creationId xmlns:a16="http://schemas.microsoft.com/office/drawing/2014/main" id="{E5542BEC-A032-4BDF-91A1-83B5D3DBD235}"/>
              </a:ext>
            </a:extLst>
          </p:cNvPr>
          <p:cNvSpPr>
            <a:spLocks noGrp="1"/>
          </p:cNvSpPr>
          <p:nvPr/>
        </p:nvSpPr>
        <p:spPr>
          <a:xfrm>
            <a:off x="6038850" y="33718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直線コネクタ 71">
            <a:extLst>
              <a:ext uri="{FF2B5EF4-FFF2-40B4-BE49-F238E27FC236}">
                <a16:creationId xmlns:a16="http://schemas.microsoft.com/office/drawing/2014/main" id="{ABA18899-37F4-41CF-B224-0EB645130B36}"/>
              </a:ext>
            </a:extLst>
          </p:cNvPr>
          <p:cNvSpPr>
            <a:spLocks noGrp="1"/>
          </p:cNvSpPr>
          <p:nvPr/>
        </p:nvSpPr>
        <p:spPr>
          <a:xfrm>
            <a:off x="6038850" y="3371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E982A38-D531-40A7-99C3-19105741A99D}"/>
              </a:ext>
            </a:extLst>
          </p:cNvPr>
          <p:cNvSpPr>
            <a:spLocks noGrp="1"/>
          </p:cNvSpPr>
          <p:nvPr/>
        </p:nvSpPr>
        <p:spPr>
          <a:xfrm>
            <a:off x="6105525" y="34099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43511941-90E5-4F52-9231-935D41D65F0F}"/>
              </a:ext>
            </a:extLst>
          </p:cNvPr>
          <p:cNvSpPr>
            <a:spLocks noGrp="1"/>
          </p:cNvSpPr>
          <p:nvPr/>
        </p:nvSpPr>
        <p:spPr>
          <a:xfrm>
            <a:off x="8782050" y="3371850"/>
            <a:ext cx="2743200" cy="4572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直線コネクタ 74">
            <a:extLst>
              <a:ext uri="{FF2B5EF4-FFF2-40B4-BE49-F238E27FC236}">
                <a16:creationId xmlns:a16="http://schemas.microsoft.com/office/drawing/2014/main" id="{F3AC3A50-7989-47E0-AE62-2384FB3D0B62}"/>
              </a:ext>
            </a:extLst>
          </p:cNvPr>
          <p:cNvSpPr>
            <a:spLocks noGrp="1"/>
          </p:cNvSpPr>
          <p:nvPr/>
        </p:nvSpPr>
        <p:spPr>
          <a:xfrm>
            <a:off x="8782050" y="33718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直線コネクタ 75">
            <a:extLst>
              <a:ext uri="{FF2B5EF4-FFF2-40B4-BE49-F238E27FC236}">
                <a16:creationId xmlns:a16="http://schemas.microsoft.com/office/drawing/2014/main" id="{6B68C540-D3B6-4C57-A8EC-4CB2E7557890}"/>
              </a:ext>
            </a:extLst>
          </p:cNvPr>
          <p:cNvSpPr>
            <a:spLocks noGrp="1"/>
          </p:cNvSpPr>
          <p:nvPr/>
        </p:nvSpPr>
        <p:spPr>
          <a:xfrm>
            <a:off x="8782050" y="3371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0A3EF03-3D19-43E6-8809-E18674B20F1F}"/>
              </a:ext>
            </a:extLst>
          </p:cNvPr>
          <p:cNvSpPr>
            <a:spLocks noGrp="1"/>
          </p:cNvSpPr>
          <p:nvPr/>
        </p:nvSpPr>
        <p:spPr>
          <a:xfrm>
            <a:off x="8848725" y="34099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表にあれば○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B7D533C2-D705-4495-9140-4DD342E26F30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2781300" cy="4953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直線コネクタ 78">
            <a:extLst>
              <a:ext uri="{FF2B5EF4-FFF2-40B4-BE49-F238E27FC236}">
                <a16:creationId xmlns:a16="http://schemas.microsoft.com/office/drawing/2014/main" id="{69F6AFCE-3E00-4E6F-8D72-A19DD6060054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EC4D0217-0FFD-44AD-8889-E765589A1FA4}"/>
              </a:ext>
            </a:extLst>
          </p:cNvPr>
          <p:cNvSpPr>
            <a:spLocks noGrp="1"/>
          </p:cNvSpPr>
          <p:nvPr/>
        </p:nvSpPr>
        <p:spPr>
          <a:xfrm>
            <a:off x="581025" y="3867150"/>
            <a:ext cx="2647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埋戻 C / D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1DD1E094-AF9B-4304-ACB4-F4CF201F5F19}"/>
              </a:ext>
            </a:extLst>
          </p:cNvPr>
          <p:cNvSpPr>
            <a:spLocks noGrp="1"/>
          </p:cNvSpPr>
          <p:nvPr/>
        </p:nvSpPr>
        <p:spPr>
          <a:xfrm>
            <a:off x="3295650" y="3829050"/>
            <a:ext cx="2743200" cy="4953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直線コネクタ 81">
            <a:extLst>
              <a:ext uri="{FF2B5EF4-FFF2-40B4-BE49-F238E27FC236}">
                <a16:creationId xmlns:a16="http://schemas.microsoft.com/office/drawing/2014/main" id="{E41B0400-79CE-46DA-8587-6308AC17FE1C}"/>
              </a:ext>
            </a:extLst>
          </p:cNvPr>
          <p:cNvSpPr>
            <a:spLocks noGrp="1"/>
          </p:cNvSpPr>
          <p:nvPr/>
        </p:nvSpPr>
        <p:spPr>
          <a:xfrm>
            <a:off x="3295650" y="38290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直線コネクタ 82">
            <a:extLst>
              <a:ext uri="{FF2B5EF4-FFF2-40B4-BE49-F238E27FC236}">
                <a16:creationId xmlns:a16="http://schemas.microsoft.com/office/drawing/2014/main" id="{03013D0E-1D20-46B8-A5ED-BB8E195F312C}"/>
              </a:ext>
            </a:extLst>
          </p:cNvPr>
          <p:cNvSpPr>
            <a:spLocks noGrp="1"/>
          </p:cNvSpPr>
          <p:nvPr/>
        </p:nvSpPr>
        <p:spPr>
          <a:xfrm>
            <a:off x="3295650" y="38290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08DFDF3-DEB9-4650-BA12-965DBE16800F}"/>
              </a:ext>
            </a:extLst>
          </p:cNvPr>
          <p:cNvSpPr>
            <a:spLocks noGrp="1"/>
          </p:cNvSpPr>
          <p:nvPr/>
        </p:nvSpPr>
        <p:spPr>
          <a:xfrm>
            <a:off x="3362325" y="38671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Dへ配置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9FA8122-426E-4490-80E8-70C9ABFAAC25}"/>
              </a:ext>
            </a:extLst>
          </p:cNvPr>
          <p:cNvSpPr>
            <a:spLocks noGrp="1"/>
          </p:cNvSpPr>
          <p:nvPr/>
        </p:nvSpPr>
        <p:spPr>
          <a:xfrm>
            <a:off x="6038850" y="3829050"/>
            <a:ext cx="2743200" cy="4953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直線コネクタ 85">
            <a:extLst>
              <a:ext uri="{FF2B5EF4-FFF2-40B4-BE49-F238E27FC236}">
                <a16:creationId xmlns:a16="http://schemas.microsoft.com/office/drawing/2014/main" id="{9AD1EE6E-202A-4FF2-BE81-22D1BCDCBDF8}"/>
              </a:ext>
            </a:extLst>
          </p:cNvPr>
          <p:cNvSpPr>
            <a:spLocks noGrp="1"/>
          </p:cNvSpPr>
          <p:nvPr/>
        </p:nvSpPr>
        <p:spPr>
          <a:xfrm>
            <a:off x="6038850" y="38290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直線コネクタ 86">
            <a:extLst>
              <a:ext uri="{FF2B5EF4-FFF2-40B4-BE49-F238E27FC236}">
                <a16:creationId xmlns:a16="http://schemas.microsoft.com/office/drawing/2014/main" id="{C77DCB7B-3E5D-4F46-80CE-10126FBA54AE}"/>
              </a:ext>
            </a:extLst>
          </p:cNvPr>
          <p:cNvSpPr>
            <a:spLocks noGrp="1"/>
          </p:cNvSpPr>
          <p:nvPr/>
        </p:nvSpPr>
        <p:spPr>
          <a:xfrm>
            <a:off x="6038850" y="38290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7FDA897-B690-457C-9495-EA9F3CDC9410}"/>
              </a:ext>
            </a:extLst>
          </p:cNvPr>
          <p:cNvSpPr>
            <a:spLocks noGrp="1"/>
          </p:cNvSpPr>
          <p:nvPr/>
        </p:nvSpPr>
        <p:spPr>
          <a:xfrm>
            <a:off x="6105525" y="38671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○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016EF408-E824-460E-8B81-C45E31AD89BC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2743200" cy="495300"/>
          </a:xfrm>
          <a:prstGeom prst="rect">
            <a:avLst/>
          </a:prstGeom>
          <a:solidFill>
            <a:srgbClr val="F0FB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直線コネクタ 89">
            <a:extLst>
              <a:ext uri="{FF2B5EF4-FFF2-40B4-BE49-F238E27FC236}">
                <a16:creationId xmlns:a16="http://schemas.microsoft.com/office/drawing/2014/main" id="{5BD9419D-DE71-42D1-8742-A65112E15CAD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直線コネクタ 90">
            <a:extLst>
              <a:ext uri="{FF2B5EF4-FFF2-40B4-BE49-F238E27FC236}">
                <a16:creationId xmlns:a16="http://schemas.microsoft.com/office/drawing/2014/main" id="{936CA139-E00B-4CF2-8D6C-147999CB68A9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9F8A576-57CE-4E6F-AE43-FADF1D6B5D43}"/>
              </a:ext>
            </a:extLst>
          </p:cNvPr>
          <p:cNvSpPr>
            <a:spLocks noGrp="1"/>
          </p:cNvSpPr>
          <p:nvPr/>
        </p:nvSpPr>
        <p:spPr>
          <a:xfrm>
            <a:off x="8848725" y="38671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表にあれば○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810BFB5E-D291-4EF7-A04D-FC8240301F7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2781300" cy="4572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直線コネクタ 93">
            <a:extLst>
              <a:ext uri="{FF2B5EF4-FFF2-40B4-BE49-F238E27FC236}">
                <a16:creationId xmlns:a16="http://schemas.microsoft.com/office/drawing/2014/main" id="{1B26743B-6371-48FA-BF0E-887BD844BD6B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4211A6D-AC7D-4764-9517-932CA8EA72F3}"/>
              </a:ext>
            </a:extLst>
          </p:cNvPr>
          <p:cNvSpPr>
            <a:spLocks noGrp="1"/>
          </p:cNvSpPr>
          <p:nvPr/>
        </p:nvSpPr>
        <p:spPr>
          <a:xfrm>
            <a:off x="581025" y="43624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記号列</a:t>
            </a:r>
          </a:p>
        </p:txBody>
      </p:sp>
      <p:sp>
        <p:nvSpPr>
          <p:cNvPr id="96" name="直線コネクタ 95">
            <a:extLst>
              <a:ext uri="{FF2B5EF4-FFF2-40B4-BE49-F238E27FC236}">
                <a16:creationId xmlns:a16="http://schemas.microsoft.com/office/drawing/2014/main" id="{8273A127-E35A-4F92-BE11-91124CD240D5}"/>
              </a:ext>
            </a:extLst>
          </p:cNvPr>
          <p:cNvSpPr>
            <a:spLocks noGrp="1"/>
          </p:cNvSpPr>
          <p:nvPr/>
        </p:nvSpPr>
        <p:spPr>
          <a:xfrm>
            <a:off x="3295650" y="43243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直線コネクタ 96">
            <a:extLst>
              <a:ext uri="{FF2B5EF4-FFF2-40B4-BE49-F238E27FC236}">
                <a16:creationId xmlns:a16="http://schemas.microsoft.com/office/drawing/2014/main" id="{3A5D7E34-34EA-44EB-B94E-B2EB5DFFF408}"/>
              </a:ext>
            </a:extLst>
          </p:cNvPr>
          <p:cNvSpPr>
            <a:spLocks noGrp="1"/>
          </p:cNvSpPr>
          <p:nvPr/>
        </p:nvSpPr>
        <p:spPr>
          <a:xfrm>
            <a:off x="3295650" y="4324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BDA33A3-FED2-4280-A45C-D4523560F19D}"/>
              </a:ext>
            </a:extLst>
          </p:cNvPr>
          <p:cNvSpPr>
            <a:spLocks noGrp="1"/>
          </p:cNvSpPr>
          <p:nvPr/>
        </p:nvSpPr>
        <p:spPr>
          <a:xfrm>
            <a:off x="3362325" y="43624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対象外</a:t>
            </a:r>
          </a:p>
        </p:txBody>
      </p:sp>
      <p:sp>
        <p:nvSpPr>
          <p:cNvPr id="99" name="直線コネクタ 98">
            <a:extLst>
              <a:ext uri="{FF2B5EF4-FFF2-40B4-BE49-F238E27FC236}">
                <a16:creationId xmlns:a16="http://schemas.microsoft.com/office/drawing/2014/main" id="{E5C5D4BC-B2A8-44A7-BB67-A686818C0E96}"/>
              </a:ext>
            </a:extLst>
          </p:cNvPr>
          <p:cNvSpPr>
            <a:spLocks noGrp="1"/>
          </p:cNvSpPr>
          <p:nvPr/>
        </p:nvSpPr>
        <p:spPr>
          <a:xfrm>
            <a:off x="6038850" y="43243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直線コネクタ 99">
            <a:extLst>
              <a:ext uri="{FF2B5EF4-FFF2-40B4-BE49-F238E27FC236}">
                <a16:creationId xmlns:a16="http://schemas.microsoft.com/office/drawing/2014/main" id="{CF9F9757-0547-4661-937E-3253FE695949}"/>
              </a:ext>
            </a:extLst>
          </p:cNvPr>
          <p:cNvSpPr>
            <a:spLocks noGrp="1"/>
          </p:cNvSpPr>
          <p:nvPr/>
        </p:nvSpPr>
        <p:spPr>
          <a:xfrm>
            <a:off x="6038850" y="4324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85243ABD-F371-4F11-A369-6E836E56DB54}"/>
              </a:ext>
            </a:extLst>
          </p:cNvPr>
          <p:cNvSpPr>
            <a:spLocks noGrp="1"/>
          </p:cNvSpPr>
          <p:nvPr/>
        </p:nvSpPr>
        <p:spPr>
          <a:xfrm>
            <a:off x="6105525" y="43624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対象外</a:t>
            </a:r>
          </a:p>
        </p:txBody>
      </p:sp>
      <p:sp>
        <p:nvSpPr>
          <p:cNvPr id="102" name="直線コネクタ 101">
            <a:extLst>
              <a:ext uri="{FF2B5EF4-FFF2-40B4-BE49-F238E27FC236}">
                <a16:creationId xmlns:a16="http://schemas.microsoft.com/office/drawing/2014/main" id="{3A850961-2CF6-4D53-A879-CDBF8693A645}"/>
              </a:ext>
            </a:extLst>
          </p:cNvPr>
          <p:cNvSpPr>
            <a:spLocks noGrp="1"/>
          </p:cNvSpPr>
          <p:nvPr/>
        </p:nvSpPr>
        <p:spPr>
          <a:xfrm>
            <a:off x="8782050" y="4324350"/>
            <a:ext cx="0" cy="4572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3" name="直線コネクタ 102">
            <a:extLst>
              <a:ext uri="{FF2B5EF4-FFF2-40B4-BE49-F238E27FC236}">
                <a16:creationId xmlns:a16="http://schemas.microsoft.com/office/drawing/2014/main" id="{7FF81D78-5D83-456E-872A-7988FA5BC287}"/>
              </a:ext>
            </a:extLst>
          </p:cNvPr>
          <p:cNvSpPr>
            <a:spLocks noGrp="1"/>
          </p:cNvSpPr>
          <p:nvPr/>
        </p:nvSpPr>
        <p:spPr>
          <a:xfrm>
            <a:off x="8782050" y="43243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1D9458ED-76DF-4822-AAF2-9E760A1383B0}"/>
              </a:ext>
            </a:extLst>
          </p:cNvPr>
          <p:cNvSpPr>
            <a:spLocks noGrp="1"/>
          </p:cNvSpPr>
          <p:nvPr/>
        </p:nvSpPr>
        <p:spPr>
          <a:xfrm>
            <a:off x="8848725" y="4362450"/>
            <a:ext cx="260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使わない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D511822-475B-4544-91C9-983BBB93E8AF}"/>
              </a:ext>
            </a:extLst>
          </p:cNvPr>
          <p:cNvSpPr>
            <a:spLocks noGrp="1"/>
          </p:cNvSpPr>
          <p:nvPr/>
        </p:nvSpPr>
        <p:spPr>
          <a:xfrm>
            <a:off x="514350" y="4781550"/>
            <a:ext cx="2781300" cy="4953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6" name="直線コネクタ 105">
            <a:extLst>
              <a:ext uri="{FF2B5EF4-FFF2-40B4-BE49-F238E27FC236}">
                <a16:creationId xmlns:a16="http://schemas.microsoft.com/office/drawing/2014/main" id="{DB5DEC8F-4570-4CDE-8CE9-3F7F3C61A214}"/>
              </a:ext>
            </a:extLst>
          </p:cNvPr>
          <p:cNvSpPr>
            <a:spLocks noGrp="1"/>
          </p:cNvSpPr>
          <p:nvPr/>
        </p:nvSpPr>
        <p:spPr>
          <a:xfrm>
            <a:off x="514350" y="47815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B69BCC57-FF84-47F0-BDFD-CD60C92001FF}"/>
              </a:ext>
            </a:extLst>
          </p:cNvPr>
          <p:cNvSpPr>
            <a:spLocks noGrp="1"/>
          </p:cNvSpPr>
          <p:nvPr/>
        </p:nvSpPr>
        <p:spPr>
          <a:xfrm>
            <a:off x="581025" y="4819650"/>
            <a:ext cx="2647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路線選択</a:t>
            </a:r>
          </a:p>
        </p:txBody>
      </p:sp>
      <p:sp>
        <p:nvSpPr>
          <p:cNvPr id="108" name="直線コネクタ 107">
            <a:extLst>
              <a:ext uri="{FF2B5EF4-FFF2-40B4-BE49-F238E27FC236}">
                <a16:creationId xmlns:a16="http://schemas.microsoft.com/office/drawing/2014/main" id="{5D968365-02B9-42A0-8B1F-D2EA7FE1950A}"/>
              </a:ext>
            </a:extLst>
          </p:cNvPr>
          <p:cNvSpPr>
            <a:spLocks noGrp="1"/>
          </p:cNvSpPr>
          <p:nvPr/>
        </p:nvSpPr>
        <p:spPr>
          <a:xfrm>
            <a:off x="3295650" y="47815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9" name="直線コネクタ 108">
            <a:extLst>
              <a:ext uri="{FF2B5EF4-FFF2-40B4-BE49-F238E27FC236}">
                <a16:creationId xmlns:a16="http://schemas.microsoft.com/office/drawing/2014/main" id="{EDDF8C16-42F7-4717-8C48-32D338253186}"/>
              </a:ext>
            </a:extLst>
          </p:cNvPr>
          <p:cNvSpPr>
            <a:spLocks noGrp="1"/>
          </p:cNvSpPr>
          <p:nvPr/>
        </p:nvSpPr>
        <p:spPr>
          <a:xfrm>
            <a:off x="3295650" y="47815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DF9BFC3-01D7-4FC2-A0C6-09480EDF3411}"/>
              </a:ext>
            </a:extLst>
          </p:cNvPr>
          <p:cNvSpPr>
            <a:spLocks noGrp="1"/>
          </p:cNvSpPr>
          <p:nvPr/>
        </p:nvSpPr>
        <p:spPr>
          <a:xfrm>
            <a:off x="3362325" y="48196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共通ルール</a:t>
            </a:r>
          </a:p>
        </p:txBody>
      </p:sp>
      <p:sp>
        <p:nvSpPr>
          <p:cNvPr id="111" name="直線コネクタ 110">
            <a:extLst>
              <a:ext uri="{FF2B5EF4-FFF2-40B4-BE49-F238E27FC236}">
                <a16:creationId xmlns:a16="http://schemas.microsoft.com/office/drawing/2014/main" id="{6F2B4756-9C74-47FD-81A3-5EB9FF2D783F}"/>
              </a:ext>
            </a:extLst>
          </p:cNvPr>
          <p:cNvSpPr>
            <a:spLocks noGrp="1"/>
          </p:cNvSpPr>
          <p:nvPr/>
        </p:nvSpPr>
        <p:spPr>
          <a:xfrm>
            <a:off x="6038850" y="47815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2" name="直線コネクタ 111">
            <a:extLst>
              <a:ext uri="{FF2B5EF4-FFF2-40B4-BE49-F238E27FC236}">
                <a16:creationId xmlns:a16="http://schemas.microsoft.com/office/drawing/2014/main" id="{E5D6850C-8C1C-4EE5-A36D-E40D84D7AA33}"/>
              </a:ext>
            </a:extLst>
          </p:cNvPr>
          <p:cNvSpPr>
            <a:spLocks noGrp="1"/>
          </p:cNvSpPr>
          <p:nvPr/>
        </p:nvSpPr>
        <p:spPr>
          <a:xfrm>
            <a:off x="6038850" y="47815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2B88776-A897-4159-A396-8BB981F8B46D}"/>
              </a:ext>
            </a:extLst>
          </p:cNvPr>
          <p:cNvSpPr>
            <a:spLocks noGrp="1"/>
          </p:cNvSpPr>
          <p:nvPr/>
        </p:nvSpPr>
        <p:spPr>
          <a:xfrm>
            <a:off x="6105525" y="48196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共通ルール</a:t>
            </a:r>
          </a:p>
        </p:txBody>
      </p:sp>
      <p:sp>
        <p:nvSpPr>
          <p:cNvPr id="114" name="直線コネクタ 113">
            <a:extLst>
              <a:ext uri="{FF2B5EF4-FFF2-40B4-BE49-F238E27FC236}">
                <a16:creationId xmlns:a16="http://schemas.microsoft.com/office/drawing/2014/main" id="{637A6310-E496-47D5-8162-9F6D00B020CB}"/>
              </a:ext>
            </a:extLst>
          </p:cNvPr>
          <p:cNvSpPr>
            <a:spLocks noGrp="1"/>
          </p:cNvSpPr>
          <p:nvPr/>
        </p:nvSpPr>
        <p:spPr>
          <a:xfrm>
            <a:off x="8782050" y="4781550"/>
            <a:ext cx="0" cy="4953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直線コネクタ 114">
            <a:extLst>
              <a:ext uri="{FF2B5EF4-FFF2-40B4-BE49-F238E27FC236}">
                <a16:creationId xmlns:a16="http://schemas.microsoft.com/office/drawing/2014/main" id="{5B4EBD24-EA13-4C90-840D-533AB96C7253}"/>
              </a:ext>
            </a:extLst>
          </p:cNvPr>
          <p:cNvSpPr>
            <a:spLocks noGrp="1"/>
          </p:cNvSpPr>
          <p:nvPr/>
        </p:nvSpPr>
        <p:spPr>
          <a:xfrm>
            <a:off x="8782050" y="47815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75696C90-09F1-47D6-A1D9-45790CDCD242}"/>
              </a:ext>
            </a:extLst>
          </p:cNvPr>
          <p:cNvSpPr>
            <a:spLocks noGrp="1"/>
          </p:cNvSpPr>
          <p:nvPr/>
        </p:nvSpPr>
        <p:spPr>
          <a:xfrm>
            <a:off x="8848725" y="4819650"/>
            <a:ext cx="2609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共通＋路線別割当</a:t>
            </a: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3B99217-1A40-40A8-9DDD-D68645FB56D9}"/>
              </a:ext>
            </a:extLst>
          </p:cNvPr>
          <p:cNvSpPr>
            <a:spLocks noGrp="1"/>
          </p:cNvSpPr>
          <p:nvPr/>
        </p:nvSpPr>
        <p:spPr>
          <a:xfrm>
            <a:off x="514350" y="5276850"/>
            <a:ext cx="2781300" cy="533400"/>
          </a:xfrm>
          <a:prstGeom prst="rect">
            <a:avLst/>
          </a:prstGeom>
          <a:solidFill>
            <a:srgbClr val="F3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8" name="直線コネクタ 117">
            <a:extLst>
              <a:ext uri="{FF2B5EF4-FFF2-40B4-BE49-F238E27FC236}">
                <a16:creationId xmlns:a16="http://schemas.microsoft.com/office/drawing/2014/main" id="{200107DB-2BDC-411D-B6F6-9880CB4724A3}"/>
              </a:ext>
            </a:extLst>
          </p:cNvPr>
          <p:cNvSpPr>
            <a:spLocks noGrp="1"/>
          </p:cNvSpPr>
          <p:nvPr/>
        </p:nvSpPr>
        <p:spPr>
          <a:xfrm>
            <a:off x="514350" y="5276850"/>
            <a:ext cx="27813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962FC068-EBAF-4691-BA07-DA8BF6C8DE64}"/>
              </a:ext>
            </a:extLst>
          </p:cNvPr>
          <p:cNvSpPr>
            <a:spLocks noGrp="1"/>
          </p:cNvSpPr>
          <p:nvPr/>
        </p:nvSpPr>
        <p:spPr>
          <a:xfrm>
            <a:off x="581025" y="5314950"/>
            <a:ext cx="2647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空白・ハイフン</a:t>
            </a:r>
          </a:p>
        </p:txBody>
      </p:sp>
      <p:sp>
        <p:nvSpPr>
          <p:cNvPr id="120" name="直線コネクタ 119">
            <a:extLst>
              <a:ext uri="{FF2B5EF4-FFF2-40B4-BE49-F238E27FC236}">
                <a16:creationId xmlns:a16="http://schemas.microsoft.com/office/drawing/2014/main" id="{5934A16A-A5BC-4CC4-91DA-ADB1504B1506}"/>
              </a:ext>
            </a:extLst>
          </p:cNvPr>
          <p:cNvSpPr>
            <a:spLocks noGrp="1"/>
          </p:cNvSpPr>
          <p:nvPr/>
        </p:nvSpPr>
        <p:spPr>
          <a:xfrm>
            <a:off x="3295650" y="5276850"/>
            <a:ext cx="0" cy="533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1" name="直線コネクタ 120">
            <a:extLst>
              <a:ext uri="{FF2B5EF4-FFF2-40B4-BE49-F238E27FC236}">
                <a16:creationId xmlns:a16="http://schemas.microsoft.com/office/drawing/2014/main" id="{DA7BA38E-1046-4F40-868F-1981BFBD244A}"/>
              </a:ext>
            </a:extLst>
          </p:cNvPr>
          <p:cNvSpPr>
            <a:spLocks noGrp="1"/>
          </p:cNvSpPr>
          <p:nvPr/>
        </p:nvSpPr>
        <p:spPr>
          <a:xfrm>
            <a:off x="3295650" y="5276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11FEB273-3308-4E23-84BB-3F5A0D0AF962}"/>
              </a:ext>
            </a:extLst>
          </p:cNvPr>
          <p:cNvSpPr>
            <a:spLocks noGrp="1"/>
          </p:cNvSpPr>
          <p:nvPr/>
        </p:nvSpPr>
        <p:spPr>
          <a:xfrm>
            <a:off x="3362325" y="5314950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空白維持／-→0</a:t>
            </a:r>
          </a:p>
        </p:txBody>
      </p:sp>
      <p:sp>
        <p:nvSpPr>
          <p:cNvPr id="123" name="直線コネクタ 122">
            <a:extLst>
              <a:ext uri="{FF2B5EF4-FFF2-40B4-BE49-F238E27FC236}">
                <a16:creationId xmlns:a16="http://schemas.microsoft.com/office/drawing/2014/main" id="{3548A960-C24F-4328-93C2-8AE04558BD24}"/>
              </a:ext>
            </a:extLst>
          </p:cNvPr>
          <p:cNvSpPr>
            <a:spLocks noGrp="1"/>
          </p:cNvSpPr>
          <p:nvPr/>
        </p:nvSpPr>
        <p:spPr>
          <a:xfrm>
            <a:off x="6038850" y="5276850"/>
            <a:ext cx="0" cy="533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4" name="直線コネクタ 123">
            <a:extLst>
              <a:ext uri="{FF2B5EF4-FFF2-40B4-BE49-F238E27FC236}">
                <a16:creationId xmlns:a16="http://schemas.microsoft.com/office/drawing/2014/main" id="{6E92A7D7-7284-4215-8838-512F45DF1279}"/>
              </a:ext>
            </a:extLst>
          </p:cNvPr>
          <p:cNvSpPr>
            <a:spLocks noGrp="1"/>
          </p:cNvSpPr>
          <p:nvPr/>
        </p:nvSpPr>
        <p:spPr>
          <a:xfrm>
            <a:off x="6038850" y="5276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6B3B25C4-0CDF-4D76-9D90-C125DDE6EA27}"/>
              </a:ext>
            </a:extLst>
          </p:cNvPr>
          <p:cNvSpPr>
            <a:spLocks noGrp="1"/>
          </p:cNvSpPr>
          <p:nvPr/>
        </p:nvSpPr>
        <p:spPr>
          <a:xfrm>
            <a:off x="6105525" y="5314950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空白維持／-→0</a:t>
            </a:r>
          </a:p>
        </p:txBody>
      </p:sp>
      <p:sp>
        <p:nvSpPr>
          <p:cNvPr id="126" name="直線コネクタ 125">
            <a:extLst>
              <a:ext uri="{FF2B5EF4-FFF2-40B4-BE49-F238E27FC236}">
                <a16:creationId xmlns:a16="http://schemas.microsoft.com/office/drawing/2014/main" id="{82880B43-A0D2-46DF-83E1-5ADC7DE7E9DA}"/>
              </a:ext>
            </a:extLst>
          </p:cNvPr>
          <p:cNvSpPr>
            <a:spLocks noGrp="1"/>
          </p:cNvSpPr>
          <p:nvPr/>
        </p:nvSpPr>
        <p:spPr>
          <a:xfrm>
            <a:off x="8782050" y="5276850"/>
            <a:ext cx="0" cy="5334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7" name="直線コネクタ 126">
            <a:extLst>
              <a:ext uri="{FF2B5EF4-FFF2-40B4-BE49-F238E27FC236}">
                <a16:creationId xmlns:a16="http://schemas.microsoft.com/office/drawing/2014/main" id="{FCFAFF5E-403F-420C-B33C-2E54B803231F}"/>
              </a:ext>
            </a:extLst>
          </p:cNvPr>
          <p:cNvSpPr>
            <a:spLocks noGrp="1"/>
          </p:cNvSpPr>
          <p:nvPr/>
        </p:nvSpPr>
        <p:spPr>
          <a:xfrm>
            <a:off x="8782050" y="5276850"/>
            <a:ext cx="2743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02D5E03A-B77E-45F8-A7AC-0DCD7D53BBC8}"/>
              </a:ext>
            </a:extLst>
          </p:cNvPr>
          <p:cNvSpPr>
            <a:spLocks noGrp="1"/>
          </p:cNvSpPr>
          <p:nvPr/>
        </p:nvSpPr>
        <p:spPr>
          <a:xfrm>
            <a:off x="8848725" y="5314950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A4043"/>
                </a:solidFill>
                <a:latin typeface="Noto Sans JP"/>
                <a:ea typeface="Noto Sans JP"/>
                <a:cs typeface="Noto Sans JP"/>
              </a:rPr>
              <a:t>空白維持／-→0</a:t>
            </a: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E008613-66C5-434B-A13A-735036BC75A5}"/>
              </a:ext>
            </a:extLst>
          </p:cNvPr>
          <p:cNvSpPr>
            <a:spLocks noGrp="1"/>
          </p:cNvSpPr>
          <p:nvPr/>
        </p:nvSpPr>
        <p:spPr>
          <a:xfrm>
            <a:off x="2657475" y="6019799"/>
            <a:ext cx="6896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dirty="0" err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共通：測点・表・路線を一意に対応付けできた場合だけ出力</a:t>
            </a:r>
            <a:endParaRPr sz="1125" b="1" dirty="0">
              <a:solidFill>
                <a:srgbClr val="007E5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32" name="shape-3">
            <a:extLst>
              <a:ext uri="{FF2B5EF4-FFF2-40B4-BE49-F238E27FC236}">
                <a16:creationId xmlns:a16="http://schemas.microsoft.com/office/drawing/2014/main" id="{E8AEEF3E-FBD8-1416-8847-C9771B4A4036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6426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B5030A3-3C31-4D83-BE3B-716B60FEA5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07C6172-4E17-4E22-86C7-F6B9B3857174}"/>
              </a:ext>
            </a:extLst>
          </p:cNvPr>
          <p:cNvSpPr>
            <a:spLocks noGrp="1"/>
          </p:cNvSpPr>
          <p:nvPr/>
        </p:nvSpPr>
        <p:spPr>
          <a:xfrm>
            <a:off x="3448050" y="2133600"/>
            <a:ext cx="2419350" cy="2190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FE638C3-9165-4CFA-A1B5-D1D78EA1876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47625" cy="228600"/>
          </a:xfrm>
          <a:prstGeom prst="rect">
            <a:avLst/>
          </a:prstGeom>
          <a:solidFill>
            <a:srgbClr val="01A173"/>
          </a:solidFill>
          <a:ln w="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3D8F6A4-E32C-4461-98BB-58C231E983AB}"/>
              </a:ext>
            </a:extLst>
          </p:cNvPr>
          <p:cNvSpPr>
            <a:spLocks noGrp="1"/>
          </p:cNvSpPr>
          <p:nvPr/>
        </p:nvSpPr>
        <p:spPr>
          <a:xfrm>
            <a:off x="628650" y="3048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0</a:t>
            </a:r>
            <a:r>
              <a:rPr sz="1050" b="1" dirty="0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  APPENDIX / RECOVERY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DF6F0A02-C9C8-423F-B73F-054BF42C3A8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123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未処理になった場合は、元DXFと理由を保全する</a:t>
            </a: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43BEC1A7-2AF1-4CF6-8291-96BE9DA75F8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失敗ファイルは input に残るため、原因を確認し、元データを保持したまま担当者へ共有できます。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333598F-CF16-41A0-98FD-DE67B15C5C76}"/>
              </a:ext>
            </a:extLst>
          </p:cNvPr>
          <p:cNvSpPr>
            <a:spLocks noGrp="1"/>
          </p:cNvSpPr>
          <p:nvPr/>
        </p:nvSpPr>
        <p:spPr>
          <a:xfrm>
            <a:off x="11410950" y="6457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825" b="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0</a:t>
            </a:r>
            <a:endParaRPr sz="825" b="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156011D-B659-42E3-8E9C-248AB1E56791}"/>
              </a:ext>
            </a:extLst>
          </p:cNvPr>
          <p:cNvSpPr>
            <a:spLocks noGrp="1"/>
          </p:cNvSpPr>
          <p:nvPr/>
        </p:nvSpPr>
        <p:spPr>
          <a:xfrm>
            <a:off x="1562100" y="15811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6C423A-B3CF-4A76-B8AA-D35D140A3DD7}"/>
              </a:ext>
            </a:extLst>
          </p:cNvPr>
          <p:cNvSpPr>
            <a:spLocks noGrp="1"/>
          </p:cNvSpPr>
          <p:nvPr/>
        </p:nvSpPr>
        <p:spPr>
          <a:xfrm>
            <a:off x="1562100" y="15906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9B546AA-1B8E-40E6-88AC-F477867A4B47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2419350" cy="2190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DD21C4-A5B0-47DA-B516-5343372BA904}"/>
              </a:ext>
            </a:extLst>
          </p:cNvPr>
          <p:cNvSpPr>
            <a:spLocks noGrp="1"/>
          </p:cNvSpPr>
          <p:nvPr/>
        </p:nvSpPr>
        <p:spPr>
          <a:xfrm>
            <a:off x="1419225" y="2400300"/>
            <a:ext cx="6477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7D129741-F1F1-4BE3-A0D2-3339F223BB7E}"/>
              </a:ext>
            </a:extLst>
          </p:cNvPr>
          <p:cNvSpPr>
            <a:spLocks noGrp="1"/>
          </p:cNvSpPr>
          <p:nvPr/>
        </p:nvSpPr>
        <p:spPr>
          <a:xfrm>
            <a:off x="1895475" y="2400300"/>
            <a:ext cx="171450" cy="1714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51CA85BA-7571-454A-AFBB-4AB500D4AC0C}"/>
              </a:ext>
            </a:extLst>
          </p:cNvPr>
          <p:cNvSpPr>
            <a:spLocks noGrp="1"/>
          </p:cNvSpPr>
          <p:nvPr/>
        </p:nvSpPr>
        <p:spPr>
          <a:xfrm>
            <a:off x="1895475" y="2400300"/>
            <a:ext cx="0" cy="1714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34A7B981-E60B-421F-82CD-1EA40983C777}"/>
              </a:ext>
            </a:extLst>
          </p:cNvPr>
          <p:cNvSpPr>
            <a:spLocks noGrp="1"/>
          </p:cNvSpPr>
          <p:nvPr/>
        </p:nvSpPr>
        <p:spPr>
          <a:xfrm>
            <a:off x="1895475" y="2571750"/>
            <a:ext cx="171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1B7F8C6-3F32-4483-A392-3DA3780572C0}"/>
              </a:ext>
            </a:extLst>
          </p:cNvPr>
          <p:cNvSpPr>
            <a:spLocks noGrp="1"/>
          </p:cNvSpPr>
          <p:nvPr/>
        </p:nvSpPr>
        <p:spPr>
          <a:xfrm>
            <a:off x="1485900" y="26860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ERR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9F22F0-36AE-47A6-9E9E-2584DC618B98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理由を確認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24900E7-4EE1-4926-9C9E-249A73D44A48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エラーメッセージを記録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DB2D13-652B-4C9F-B8FF-EF4F3052F93A}"/>
              </a:ext>
            </a:extLst>
          </p:cNvPr>
          <p:cNvSpPr>
            <a:spLocks noGrp="1"/>
          </p:cNvSpPr>
          <p:nvPr/>
        </p:nvSpPr>
        <p:spPr>
          <a:xfrm>
            <a:off x="2990850" y="30099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589A36B-9C88-4C32-A6EC-16AE74F73E70}"/>
              </a:ext>
            </a:extLst>
          </p:cNvPr>
          <p:cNvSpPr>
            <a:spLocks noGrp="1"/>
          </p:cNvSpPr>
          <p:nvPr/>
        </p:nvSpPr>
        <p:spPr>
          <a:xfrm>
            <a:off x="4476750" y="15811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2995740-B109-4ABE-B49B-21258AE0DC75}"/>
              </a:ext>
            </a:extLst>
          </p:cNvPr>
          <p:cNvSpPr>
            <a:spLocks noGrp="1"/>
          </p:cNvSpPr>
          <p:nvPr/>
        </p:nvSpPr>
        <p:spPr>
          <a:xfrm>
            <a:off x="4476750" y="15906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25E0CF9-04FC-4F31-9463-CED26B7E2E35}"/>
              </a:ext>
            </a:extLst>
          </p:cNvPr>
          <p:cNvSpPr>
            <a:spLocks noGrp="1"/>
          </p:cNvSpPr>
          <p:nvPr/>
        </p:nvSpPr>
        <p:spPr>
          <a:xfrm>
            <a:off x="4248150" y="2647950"/>
            <a:ext cx="819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1B7C04B-8076-4CAD-ABF7-FA4A040AB195}"/>
              </a:ext>
            </a:extLst>
          </p:cNvPr>
          <p:cNvSpPr>
            <a:spLocks noGrp="1"/>
          </p:cNvSpPr>
          <p:nvPr/>
        </p:nvSpPr>
        <p:spPr>
          <a:xfrm>
            <a:off x="4248150" y="2552700"/>
            <a:ext cx="401193" cy="9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EE94419-459F-4558-A721-E1C1A540760E}"/>
              </a:ext>
            </a:extLst>
          </p:cNvPr>
          <p:cNvSpPr>
            <a:spLocks noGrp="1"/>
          </p:cNvSpPr>
          <p:nvPr/>
        </p:nvSpPr>
        <p:spPr>
          <a:xfrm>
            <a:off x="3619500" y="35433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DXFを保全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EE876F6-98F2-4983-A74A-A578B3114501}"/>
              </a:ext>
            </a:extLst>
          </p:cNvPr>
          <p:cNvSpPr>
            <a:spLocks noGrp="1"/>
          </p:cNvSpPr>
          <p:nvPr/>
        </p:nvSpPr>
        <p:spPr>
          <a:xfrm>
            <a:off x="3676650" y="38481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inputに残っていることを確認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0B696E2-58CE-4FC5-8190-92D941302FEC}"/>
              </a:ext>
            </a:extLst>
          </p:cNvPr>
          <p:cNvSpPr>
            <a:spLocks noGrp="1"/>
          </p:cNvSpPr>
          <p:nvPr/>
        </p:nvSpPr>
        <p:spPr>
          <a:xfrm>
            <a:off x="5905500" y="30099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59613D5-B13F-4150-BE5F-D9866B81FF2C}"/>
              </a:ext>
            </a:extLst>
          </p:cNvPr>
          <p:cNvSpPr>
            <a:spLocks noGrp="1"/>
          </p:cNvSpPr>
          <p:nvPr/>
        </p:nvSpPr>
        <p:spPr>
          <a:xfrm>
            <a:off x="7391400" y="15811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302D6DA-628A-4415-A8DF-BB8949A56830}"/>
              </a:ext>
            </a:extLst>
          </p:cNvPr>
          <p:cNvSpPr>
            <a:spLocks noGrp="1"/>
          </p:cNvSpPr>
          <p:nvPr/>
        </p:nvSpPr>
        <p:spPr>
          <a:xfrm>
            <a:off x="7391400" y="15906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42C4863-21F0-4E2B-BA56-1C86A7D8176B}"/>
              </a:ext>
            </a:extLst>
          </p:cNvPr>
          <p:cNvSpPr>
            <a:spLocks noGrp="1"/>
          </p:cNvSpPr>
          <p:nvPr/>
        </p:nvSpPr>
        <p:spPr>
          <a:xfrm>
            <a:off x="6362700" y="2133600"/>
            <a:ext cx="2419350" cy="2190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E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09E7567-4151-40C4-9646-4C0C07B31549}"/>
              </a:ext>
            </a:extLst>
          </p:cNvPr>
          <p:cNvSpPr>
            <a:spLocks noGrp="1"/>
          </p:cNvSpPr>
          <p:nvPr/>
        </p:nvSpPr>
        <p:spPr>
          <a:xfrm>
            <a:off x="7124700" y="2476500"/>
            <a:ext cx="628650" cy="628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CD9F6CCB-2421-40D4-9BDE-8D63AAD50505}"/>
              </a:ext>
            </a:extLst>
          </p:cNvPr>
          <p:cNvSpPr>
            <a:spLocks noGrp="1"/>
          </p:cNvSpPr>
          <p:nvPr/>
        </p:nvSpPr>
        <p:spPr>
          <a:xfrm>
            <a:off x="7654157" y="3017782"/>
            <a:ext cx="396766" cy="361950"/>
          </a:xfrm>
          <a:prstGeom prst="line">
            <a:avLst/>
          </a:prstGeom>
          <a:solidFill>
            <a:srgbClr val="000000">
              <a:alpha val="0"/>
            </a:srgbClr>
          </a:solidFill>
          <a:ln w="38100">
            <a:solidFill>
              <a:srgbClr val="3A40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F5907BE-CCDD-4C37-A78D-C09C2B32CEEA}"/>
              </a:ext>
            </a:extLst>
          </p:cNvPr>
          <p:cNvSpPr>
            <a:spLocks noGrp="1"/>
          </p:cNvSpPr>
          <p:nvPr/>
        </p:nvSpPr>
        <p:spPr>
          <a:xfrm>
            <a:off x="6534150" y="35433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構造を確認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76AA166-6D98-4F1C-A44D-5A7960178E93}"/>
              </a:ext>
            </a:extLst>
          </p:cNvPr>
          <p:cNvSpPr>
            <a:spLocks noGrp="1"/>
          </p:cNvSpPr>
          <p:nvPr/>
        </p:nvSpPr>
        <p:spPr>
          <a:xfrm>
            <a:off x="6591300" y="38481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表・測点・CL・路線名を見る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D27EC21-FE73-46AD-9591-95944F971F43}"/>
              </a:ext>
            </a:extLst>
          </p:cNvPr>
          <p:cNvSpPr>
            <a:spLocks noGrp="1"/>
          </p:cNvSpPr>
          <p:nvPr/>
        </p:nvSpPr>
        <p:spPr>
          <a:xfrm>
            <a:off x="8820150" y="30099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428E4CB5-8657-47BB-BF35-8E75D65AACEC}"/>
              </a:ext>
            </a:extLst>
          </p:cNvPr>
          <p:cNvSpPr>
            <a:spLocks noGrp="1"/>
          </p:cNvSpPr>
          <p:nvPr/>
        </p:nvSpPr>
        <p:spPr>
          <a:xfrm>
            <a:off x="10306050" y="1581150"/>
            <a:ext cx="285750" cy="285750"/>
          </a:xfrm>
          <a:prstGeom prst="ellipse">
            <a:avLst/>
          </a:prstGeom>
          <a:solidFill>
            <a:srgbClr val="01A173"/>
          </a:solidFill>
          <a:ln w="9525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8639AD2-9273-4949-8665-B3E387710880}"/>
              </a:ext>
            </a:extLst>
          </p:cNvPr>
          <p:cNvSpPr>
            <a:spLocks noGrp="1"/>
          </p:cNvSpPr>
          <p:nvPr/>
        </p:nvSpPr>
        <p:spPr>
          <a:xfrm>
            <a:off x="10306050" y="1590675"/>
            <a:ext cx="285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71224E8-563F-4E2F-A27C-9038B1C91FC6}"/>
              </a:ext>
            </a:extLst>
          </p:cNvPr>
          <p:cNvSpPr>
            <a:spLocks noGrp="1"/>
          </p:cNvSpPr>
          <p:nvPr/>
        </p:nvSpPr>
        <p:spPr>
          <a:xfrm>
            <a:off x="9277350" y="2133600"/>
            <a:ext cx="2419350" cy="2190750"/>
          </a:xfrm>
          <a:prstGeom prst="rect">
            <a:avLst/>
          </a:prstGeom>
          <a:solidFill>
            <a:srgbClr val="E8F7F1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4E91D42A-739C-4494-B683-A49E22E13A7D}"/>
              </a:ext>
            </a:extLst>
          </p:cNvPr>
          <p:cNvSpPr>
            <a:spLocks noGrp="1"/>
          </p:cNvSpPr>
          <p:nvPr/>
        </p:nvSpPr>
        <p:spPr>
          <a:xfrm>
            <a:off x="10001250" y="2457450"/>
            <a:ext cx="514350" cy="514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48A693D8-3645-43C1-A240-6DF59102FFA4}"/>
              </a:ext>
            </a:extLst>
          </p:cNvPr>
          <p:cNvSpPr>
            <a:spLocks noGrp="1"/>
          </p:cNvSpPr>
          <p:nvPr/>
        </p:nvSpPr>
        <p:spPr>
          <a:xfrm>
            <a:off x="10458450" y="25717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EBCADA25-B816-46B6-B02A-1845508E59E3}"/>
              </a:ext>
            </a:extLst>
          </p:cNvPr>
          <p:cNvSpPr>
            <a:spLocks noGrp="1"/>
          </p:cNvSpPr>
          <p:nvPr/>
        </p:nvSpPr>
        <p:spPr>
          <a:xfrm flipV="1">
            <a:off x="10086975" y="2962275"/>
            <a:ext cx="95250" cy="3048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直線コネクタ 39">
            <a:extLst>
              <a:ext uri="{FF2B5EF4-FFF2-40B4-BE49-F238E27FC236}">
                <a16:creationId xmlns:a16="http://schemas.microsoft.com/office/drawing/2014/main" id="{FE621E14-5EBE-4FEB-8756-2E43420A9AF8}"/>
              </a:ext>
            </a:extLst>
          </p:cNvPr>
          <p:cNvSpPr>
            <a:spLocks noGrp="1"/>
          </p:cNvSpPr>
          <p:nvPr/>
        </p:nvSpPr>
        <p:spPr>
          <a:xfrm>
            <a:off x="10753725" y="2981325"/>
            <a:ext cx="171450" cy="3619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80C6C8F-7F46-41C4-BEC9-366AAD451691}"/>
              </a:ext>
            </a:extLst>
          </p:cNvPr>
          <p:cNvSpPr>
            <a:spLocks noGrp="1"/>
          </p:cNvSpPr>
          <p:nvPr/>
        </p:nvSpPr>
        <p:spPr>
          <a:xfrm>
            <a:off x="9448800" y="35433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07E5B"/>
                </a:solidFill>
                <a:latin typeface="Noto Sans JP"/>
                <a:ea typeface="Noto Sans JP"/>
                <a:cs typeface="Noto Sans JP"/>
              </a:rPr>
              <a:t>担当者へ共有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08B860E-7E0C-46E0-8530-3A72F84F8A6B}"/>
              </a:ext>
            </a:extLst>
          </p:cNvPr>
          <p:cNvSpPr>
            <a:spLocks noGrp="1"/>
          </p:cNvSpPr>
          <p:nvPr/>
        </p:nvSpPr>
        <p:spPr>
          <a:xfrm>
            <a:off x="9505950" y="38481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元DXFと理由を一緒に渡す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2363DBD-F05C-469E-991F-C7644AEB25D3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9486900" cy="704850"/>
          </a:xfrm>
          <a:prstGeom prst="rect">
            <a:avLst/>
          </a:prstGeom>
          <a:solidFill>
            <a:srgbClr val="FDECEF"/>
          </a:solidFill>
          <a:ln w="9525">
            <a:solidFill>
              <a:srgbClr val="E8B7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BF8D9D6-F120-4831-8FFA-3C9DA2B9A705}"/>
              </a:ext>
            </a:extLst>
          </p:cNvPr>
          <p:cNvSpPr>
            <a:spLocks noGrp="1"/>
          </p:cNvSpPr>
          <p:nvPr/>
        </p:nvSpPr>
        <p:spPr>
          <a:xfrm>
            <a:off x="1619250" y="50863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C94455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C94455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E5EC5CC-B81D-4E31-9E39-C09B99B29A98}"/>
              </a:ext>
            </a:extLst>
          </p:cNvPr>
          <p:cNvSpPr>
            <a:spLocks noGrp="1"/>
          </p:cNvSpPr>
          <p:nvPr/>
        </p:nvSpPr>
        <p:spPr>
          <a:xfrm>
            <a:off x="2152650" y="5105400"/>
            <a:ext cx="842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C94455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C94455"/>
                </a:solidFill>
                <a:latin typeface="Noto Sans JP"/>
                <a:ea typeface="Noto Sans JP"/>
                <a:cs typeface="Noto Sans JP"/>
              </a:rPr>
              <a:t>未処理のDXFは削除せず、構造を無理に修正して再実行しない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1DFF8F2-86F4-ECAD-3A93-4EF84C9BA526}"/>
              </a:ext>
            </a:extLst>
          </p:cNvPr>
          <p:cNvSpPr>
            <a:spLocks noGrp="1"/>
          </p:cNvSpPr>
          <p:nvPr/>
        </p:nvSpPr>
        <p:spPr>
          <a:xfrm>
            <a:off x="4335517" y="2705100"/>
            <a:ext cx="344043" cy="95250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B4AE12F-2F61-F2E1-6D8F-267CC826E963}"/>
              </a:ext>
            </a:extLst>
          </p:cNvPr>
          <p:cNvSpPr>
            <a:spLocks noGrp="1"/>
          </p:cNvSpPr>
          <p:nvPr/>
        </p:nvSpPr>
        <p:spPr>
          <a:xfrm>
            <a:off x="4256532" y="2609850"/>
            <a:ext cx="381600" cy="95250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-3">
            <a:extLst>
              <a:ext uri="{FF2B5EF4-FFF2-40B4-BE49-F238E27FC236}">
                <a16:creationId xmlns:a16="http://schemas.microsoft.com/office/drawing/2014/main" id="{72401579-E5DD-F20D-A3F9-73B016B1DD67}"/>
              </a:ext>
            </a:extLst>
          </p:cNvPr>
          <p:cNvSpPr>
            <a:spLocks noGrp="1"/>
          </p:cNvSpPr>
          <p:nvPr/>
        </p:nvSpPr>
        <p:spPr>
          <a:xfrm flipV="1">
            <a:off x="457200" y="6342602"/>
            <a:ext cx="112776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2704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1196</Words>
  <Application>Microsoft Office PowerPoint</Application>
  <DocSecurity>0</DocSecurity>
  <PresentationFormat>ワイド画面</PresentationFormat>
  <Paragraphs>535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4" baseType="lpstr">
      <vt:lpstr>Noto Sans JP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Kyosuke Homma</cp:lastModifiedBy>
  <cp:revision>4</cp:revision>
  <dcterms:created xsi:type="dcterms:W3CDTF">2026-09-11T06:10:35Z</dcterms:created>
  <dcterms:modified xsi:type="dcterms:W3CDTF">2026-09-17T00:58:15Z</dcterms:modified>
</cp:coreProperties>
</file>